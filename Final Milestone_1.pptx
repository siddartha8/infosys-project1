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81" r:id="rId2"/>
    <p:sldId id="257" r:id="rId3"/>
    <p:sldId id="258" r:id="rId4"/>
    <p:sldId id="259" r:id="rId5"/>
    <p:sldId id="264" r:id="rId6"/>
    <p:sldId id="261" r:id="rId7"/>
    <p:sldId id="275" r:id="rId8"/>
    <p:sldId id="276" r:id="rId9"/>
    <p:sldId id="277" r:id="rId10"/>
    <p:sldId id="280" r:id="rId11"/>
    <p:sldId id="282" r:id="rId12"/>
    <p:sldId id="278" r:id="rId13"/>
    <p:sldId id="283" r:id="rId14"/>
    <p:sldId id="284" r:id="rId15"/>
    <p:sldId id="279" r:id="rId16"/>
    <p:sldId id="270" r:id="rId17"/>
    <p:sldId id="271" r:id="rId18"/>
    <p:sldId id="272" r:id="rId19"/>
    <p:sldId id="273" r:id="rId20"/>
    <p:sldId id="274"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1pPr>
    <a:lvl2pPr marL="4572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2pPr>
    <a:lvl3pPr marL="9144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3pPr>
    <a:lvl4pPr marL="13716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4pPr>
    <a:lvl5pPr marL="18288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5pPr>
    <a:lvl6pPr marL="2286000" algn="l" defTabSz="914400" rtl="0" eaLnBrk="1" latinLnBrk="0" hangingPunct="1">
      <a:defRPr kern="1200">
        <a:solidFill>
          <a:schemeClr val="tx1"/>
        </a:solidFill>
        <a:latin typeface="Segoe UI Light" panose="020B0502040204020203" pitchFamily="34" charset="0"/>
        <a:ea typeface="+mn-ea"/>
        <a:cs typeface="+mn-cs"/>
      </a:defRPr>
    </a:lvl6pPr>
    <a:lvl7pPr marL="2743200" algn="l" defTabSz="914400" rtl="0" eaLnBrk="1" latinLnBrk="0" hangingPunct="1">
      <a:defRPr kern="1200">
        <a:solidFill>
          <a:schemeClr val="tx1"/>
        </a:solidFill>
        <a:latin typeface="Segoe UI Light" panose="020B0502040204020203" pitchFamily="34" charset="0"/>
        <a:ea typeface="+mn-ea"/>
        <a:cs typeface="+mn-cs"/>
      </a:defRPr>
    </a:lvl7pPr>
    <a:lvl8pPr marL="3200400" algn="l" defTabSz="914400" rtl="0" eaLnBrk="1" latinLnBrk="0" hangingPunct="1">
      <a:defRPr kern="1200">
        <a:solidFill>
          <a:schemeClr val="tx1"/>
        </a:solidFill>
        <a:latin typeface="Segoe UI Light" panose="020B0502040204020203" pitchFamily="34" charset="0"/>
        <a:ea typeface="+mn-ea"/>
        <a:cs typeface="+mn-cs"/>
      </a:defRPr>
    </a:lvl8pPr>
    <a:lvl9pPr marL="3657600" algn="l" defTabSz="914400" rtl="0" eaLnBrk="1" latinLnBrk="0" hangingPunct="1">
      <a:defRPr kern="1200">
        <a:solidFill>
          <a:schemeClr val="tx1"/>
        </a:solidFill>
        <a:latin typeface="Segoe UI Light" panose="020B0502040204020203"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A65D1B-7764-464D-A111-73A70A52FE2D}" v="137" dt="2025-09-30T11:57:31.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4660"/>
  </p:normalViewPr>
  <p:slideViewPr>
    <p:cSldViewPr snapToGrid="0">
      <p:cViewPr varScale="1">
        <p:scale>
          <a:sx n="83" d="100"/>
          <a:sy n="83" d="100"/>
        </p:scale>
        <p:origin x="303"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D01C9-A02F-4B2A-9D89-51C6390272DA}" type="datetimeFigureOut">
              <a:rPr lang="en-IN" smtClean="0"/>
              <a:t>09-10-2025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48894-DA55-4833-AB57-5C034F4AFF13}" type="slidenum">
              <a:rPr lang="en-IN" smtClean="0"/>
              <a:t>‹#›</a:t>
            </a:fld>
            <a:endParaRPr lang="en-IN"/>
          </a:p>
        </p:txBody>
      </p:sp>
    </p:spTree>
    <p:extLst>
      <p:ext uri="{BB962C8B-B14F-4D97-AF65-F5344CB8AC3E}">
        <p14:creationId xmlns:p14="http://schemas.microsoft.com/office/powerpoint/2010/main" val="204721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D48894-DA55-4833-AB57-5C034F4AFF13}" type="slidenum">
              <a:rPr lang="en-IN" smtClean="0"/>
              <a:t>2</a:t>
            </a:fld>
            <a:endParaRPr lang="en-IN"/>
          </a:p>
        </p:txBody>
      </p:sp>
    </p:spTree>
    <p:extLst>
      <p:ext uri="{BB962C8B-B14F-4D97-AF65-F5344CB8AC3E}">
        <p14:creationId xmlns:p14="http://schemas.microsoft.com/office/powerpoint/2010/main" val="3420356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2C3D982E-92E8-D85A-52B7-B8FEC25FE471}"/>
              </a:ext>
            </a:extLst>
          </p:cNvPr>
          <p:cNvSpPr/>
          <p:nvPr/>
        </p:nvSpPr>
        <p:spPr>
          <a:xfrm rot="10800000">
            <a:off x="853017" y="5650874"/>
            <a:ext cx="6822016" cy="1207126"/>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9">
            <a:extLst>
              <a:ext uri="{FF2B5EF4-FFF2-40B4-BE49-F238E27FC236}">
                <a16:creationId xmlns:a16="http://schemas.microsoft.com/office/drawing/2014/main" id="{092AC8B0-AC6E-B4E5-4B74-369A4B4BD5BB}"/>
              </a:ext>
            </a:extLst>
          </p:cNvPr>
          <p:cNvSpPr/>
          <p:nvPr/>
        </p:nvSpPr>
        <p:spPr>
          <a:xfrm rot="710202" flipV="1">
            <a:off x="-145573" y="4175628"/>
            <a:ext cx="6040007"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cxnSp>
        <p:nvCxnSpPr>
          <p:cNvPr id="6" name="Straight Connector 5">
            <a:extLst>
              <a:ext uri="{FF2B5EF4-FFF2-40B4-BE49-F238E27FC236}">
                <a16:creationId xmlns:a16="http://schemas.microsoft.com/office/drawing/2014/main" id="{96F9DD4F-B1E1-4CCB-9F01-36736F63DFE3}"/>
              </a:ext>
            </a:extLst>
          </p:cNvPr>
          <p:cNvCxnSpPr>
            <a:cxnSpLocks/>
          </p:cNvCxnSpPr>
          <p:nvPr/>
        </p:nvCxnSpPr>
        <p:spPr>
          <a:xfrm rot="5400000">
            <a:off x="6096001" y="3104529"/>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40A71F6E-C896-010B-A702-BB84E45718B5}"/>
              </a:ext>
            </a:extLst>
          </p:cNvPr>
          <p:cNvSpPr/>
          <p:nvPr/>
        </p:nvSpPr>
        <p:spPr>
          <a:xfrm>
            <a:off x="-24334" y="2"/>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3">
            <a:extLst>
              <a:ext uri="{FF2B5EF4-FFF2-40B4-BE49-F238E27FC236}">
                <a16:creationId xmlns:a16="http://schemas.microsoft.com/office/drawing/2014/main" id="{1E8F9A53-287C-02A8-5A93-B2D4C9AD5F32}"/>
              </a:ext>
            </a:extLst>
          </p:cNvPr>
          <p:cNvSpPr/>
          <p:nvPr/>
        </p:nvSpPr>
        <p:spPr>
          <a:xfrm flipH="1" flipV="1">
            <a:off x="-26982" y="9940"/>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4">
            <a:extLst>
              <a:ext uri="{FF2B5EF4-FFF2-40B4-BE49-F238E27FC236}">
                <a16:creationId xmlns:a16="http://schemas.microsoft.com/office/drawing/2014/main" id="{56817E44-785E-CF42-DB18-975D5C95EDB1}"/>
              </a:ext>
            </a:extLst>
          </p:cNvPr>
          <p:cNvSpPr/>
          <p:nvPr/>
        </p:nvSpPr>
        <p:spPr>
          <a:xfrm>
            <a:off x="4603793" y="1"/>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5">
            <a:extLst>
              <a:ext uri="{FF2B5EF4-FFF2-40B4-BE49-F238E27FC236}">
                <a16:creationId xmlns:a16="http://schemas.microsoft.com/office/drawing/2014/main" id="{224E0CE0-3CFB-F337-0D71-7F0802DFFEE0}"/>
              </a:ext>
            </a:extLst>
          </p:cNvPr>
          <p:cNvSpPr/>
          <p:nvPr/>
        </p:nvSpPr>
        <p:spPr>
          <a:xfrm rot="710202" flipH="1">
            <a:off x="6511239" y="-551339"/>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2" name="Title 1"/>
          <p:cNvSpPr>
            <a:spLocks noGrp="1"/>
          </p:cNvSpPr>
          <p:nvPr>
            <p:ph type="ctrTitle"/>
          </p:nvPr>
        </p:nvSpPr>
        <p:spPr>
          <a:xfrm>
            <a:off x="1243584" y="2176272"/>
            <a:ext cx="9921240" cy="1481329"/>
          </a:xfrm>
        </p:spPr>
        <p:txBody>
          <a:bodyPr anchor="b"/>
          <a:lstStyle>
            <a:lvl1pPr algn="ctr">
              <a:defRPr sz="4794"/>
            </a:lvl1pPr>
          </a:lstStyle>
          <a:p>
            <a:r>
              <a:rPr lang="en-US"/>
              <a:t>Click to edit Master title style</a:t>
            </a:r>
            <a:endParaRPr lang="en-US" dirty="0"/>
          </a:p>
        </p:txBody>
      </p:sp>
      <p:sp>
        <p:nvSpPr>
          <p:cNvPr id="3" name="Subtitle 2"/>
          <p:cNvSpPr>
            <a:spLocks noGrp="1"/>
          </p:cNvSpPr>
          <p:nvPr>
            <p:ph type="subTitle" idx="1"/>
          </p:nvPr>
        </p:nvSpPr>
        <p:spPr>
          <a:xfrm>
            <a:off x="2560320" y="4261104"/>
            <a:ext cx="7068312" cy="758952"/>
          </a:xfrm>
        </p:spPr>
        <p:txBody>
          <a:bodyPr/>
          <a:lstStyle>
            <a:lvl1pPr marL="0" indent="0" algn="ctr">
              <a:buNone/>
              <a:defRPr sz="2397"/>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852660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E61095C9-22B1-B4EA-A5EA-4DAA27E6E5C1}"/>
              </a:ext>
            </a:extLst>
          </p:cNvPr>
          <p:cNvSpPr/>
          <p:nvPr/>
        </p:nvSpPr>
        <p:spPr>
          <a:xfrm rot="16200000" flipV="1">
            <a:off x="6507692" y="1163108"/>
            <a:ext cx="6858000" cy="4531784"/>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18">
            <a:extLst>
              <a:ext uri="{FF2B5EF4-FFF2-40B4-BE49-F238E27FC236}">
                <a16:creationId xmlns:a16="http://schemas.microsoft.com/office/drawing/2014/main" id="{EEFB0DE3-0CC2-3A8F-17C1-FA26FA0B06E7}"/>
              </a:ext>
            </a:extLst>
          </p:cNvPr>
          <p:cNvSpPr/>
          <p:nvPr/>
        </p:nvSpPr>
        <p:spPr>
          <a:xfrm rot="5400000">
            <a:off x="6488397" y="1182412"/>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12">
            <a:extLst>
              <a:ext uri="{FF2B5EF4-FFF2-40B4-BE49-F238E27FC236}">
                <a16:creationId xmlns:a16="http://schemas.microsoft.com/office/drawing/2014/main" id="{55686BDC-EC38-686B-8E22-9B347CE83974}"/>
              </a:ext>
            </a:extLst>
          </p:cNvPr>
          <p:cNvSpPr/>
          <p:nvPr/>
        </p:nvSpPr>
        <p:spPr>
          <a:xfrm rot="5400000">
            <a:off x="6926381" y="1582291"/>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536192" y="832104"/>
            <a:ext cx="8878824" cy="1069849"/>
          </a:xfrm>
        </p:spPr>
        <p:txBody>
          <a:bodyPr anchor="b"/>
          <a:lstStyle>
            <a:lvl1pPr>
              <a:defRPr sz="3995"/>
            </a:lvl1pPr>
          </a:lstStyle>
          <a:p>
            <a:r>
              <a:rPr lang="en-US"/>
              <a:t>Click to edit Master title style</a:t>
            </a:r>
            <a:endParaRPr lang="en-US" dirty="0"/>
          </a:p>
        </p:txBody>
      </p:sp>
      <p:sp>
        <p:nvSpPr>
          <p:cNvPr id="3" name="Content Placeholder 2"/>
          <p:cNvSpPr>
            <a:spLocks noGrp="1"/>
          </p:cNvSpPr>
          <p:nvPr>
            <p:ph idx="1"/>
          </p:nvPr>
        </p:nvSpPr>
        <p:spPr>
          <a:xfrm>
            <a:off x="1536192" y="2212848"/>
            <a:ext cx="6422136" cy="3282697"/>
          </a:xfrm>
        </p:spPr>
        <p:txBody>
          <a:bodyPr/>
          <a:lstStyle>
            <a:lvl1pPr marL="347046">
              <a:lnSpc>
                <a:spcPct val="150000"/>
              </a:lnSpc>
              <a:defRPr sz="2397"/>
            </a:lvl1pPr>
            <a:lvl2pPr>
              <a:defRPr sz="1998"/>
            </a:lvl2pPr>
            <a:lvl3pPr>
              <a:defRPr sz="1798"/>
            </a:lvl3pPr>
            <a:lvl4pPr>
              <a:defRPr sz="1598"/>
            </a:lvl4pPr>
            <a:lvl5pPr>
              <a:defRPr sz="1598"/>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7">
            <a:extLst>
              <a:ext uri="{FF2B5EF4-FFF2-40B4-BE49-F238E27FC236}">
                <a16:creationId xmlns:a16="http://schemas.microsoft.com/office/drawing/2014/main" id="{77BACAC2-D8E8-567B-A882-0B52DA839489}"/>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8" name="Footer Placeholder 6">
            <a:extLst>
              <a:ext uri="{FF2B5EF4-FFF2-40B4-BE49-F238E27FC236}">
                <a16:creationId xmlns:a16="http://schemas.microsoft.com/office/drawing/2014/main" id="{729F0B2D-96AB-9CAE-37FF-184F3995970A}"/>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86240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D4B0B75B-ED36-0FCA-0E10-48B258A760D8}"/>
              </a:ext>
            </a:extLst>
          </p:cNvPr>
          <p:cNvSpPr/>
          <p:nvPr/>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5" name="Freeform: Shape 4">
            <a:extLst>
              <a:ext uri="{FF2B5EF4-FFF2-40B4-BE49-F238E27FC236}">
                <a16:creationId xmlns:a16="http://schemas.microsoft.com/office/drawing/2014/main" id="{8D9A70F9-0274-94CC-6164-76DA20C8BA71}"/>
              </a:ext>
            </a:extLst>
          </p:cNvPr>
          <p:cNvSpPr/>
          <p:nvPr/>
        </p:nvSpPr>
        <p:spPr>
          <a:xfrm>
            <a:off x="2" y="1"/>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6" name="Freeform: Shape 5">
            <a:extLst>
              <a:ext uri="{FF2B5EF4-FFF2-40B4-BE49-F238E27FC236}">
                <a16:creationId xmlns:a16="http://schemas.microsoft.com/office/drawing/2014/main" id="{3273EA56-EC5B-46CD-55D8-270667F4D9F8}"/>
              </a:ext>
            </a:extLst>
          </p:cNvPr>
          <p:cNvSpPr/>
          <p:nvPr/>
        </p:nvSpPr>
        <p:spPr>
          <a:xfrm>
            <a:off x="9516533" y="0"/>
            <a:ext cx="2675467" cy="6858000"/>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7" name="glass card">
            <a:extLst>
              <a:ext uri="{FF2B5EF4-FFF2-40B4-BE49-F238E27FC236}">
                <a16:creationId xmlns:a16="http://schemas.microsoft.com/office/drawing/2014/main" id="{7E5665F8-D5E3-4F0C-0ACF-AACA389642EA}"/>
              </a:ext>
            </a:extLst>
          </p:cNvPr>
          <p:cNvSpPr/>
          <p:nvPr/>
        </p:nvSpPr>
        <p:spPr>
          <a:xfrm>
            <a:off x="1365706" y="1005155"/>
            <a:ext cx="9243233" cy="4978749"/>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280" eaLnBrk="1" fontAlgn="auto" hangingPunct="1">
              <a:spcBef>
                <a:spcPts val="0"/>
              </a:spcBef>
              <a:spcAft>
                <a:spcPts val="0"/>
              </a:spcAft>
              <a:defRPr/>
            </a:pPr>
            <a:endParaRPr lang="en-US" sz="1798" dirty="0">
              <a:solidFill>
                <a:prstClr val="white"/>
              </a:solidFill>
              <a:latin typeface="Calibri" panose="020F0502020204030204"/>
            </a:endParaRPr>
          </a:p>
        </p:txBody>
      </p:sp>
      <p:sp>
        <p:nvSpPr>
          <p:cNvPr id="8" name="Freeform: Shape 7">
            <a:extLst>
              <a:ext uri="{FF2B5EF4-FFF2-40B4-BE49-F238E27FC236}">
                <a16:creationId xmlns:a16="http://schemas.microsoft.com/office/drawing/2014/main" id="{88C90E8D-C97D-48A9-7735-8E9F8D865332}"/>
              </a:ext>
            </a:extLst>
          </p:cNvPr>
          <p:cNvSpPr/>
          <p:nvPr/>
        </p:nvSpPr>
        <p:spPr>
          <a:xfrm>
            <a:off x="0" y="5255333"/>
            <a:ext cx="2769195"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cxnSp>
        <p:nvCxnSpPr>
          <p:cNvPr id="9" name="Straight Connector 8">
            <a:extLst>
              <a:ext uri="{FF2B5EF4-FFF2-40B4-BE49-F238E27FC236}">
                <a16:creationId xmlns:a16="http://schemas.microsoft.com/office/drawing/2014/main" id="{6DCCA9E6-6ECC-1131-8855-A00A3AE4D5CB}"/>
              </a:ext>
            </a:extLst>
          </p:cNvPr>
          <p:cNvCxnSpPr>
            <a:cxnSpLocks/>
          </p:cNvCxnSpPr>
          <p:nvPr/>
        </p:nvCxnSpPr>
        <p:spPr>
          <a:xfrm rot="5400000">
            <a:off x="6115051" y="2597155"/>
            <a:ext cx="0" cy="165523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2228088" y="2157984"/>
            <a:ext cx="7735824" cy="1069849"/>
          </a:xfrm>
        </p:spPr>
        <p:txBody>
          <a:bodyPr anchor="b"/>
          <a:lstStyle>
            <a:lvl1pPr algn="ctr">
              <a:defRPr sz="3995"/>
            </a:lvl1pPr>
          </a:lstStyle>
          <a:p>
            <a:r>
              <a:rPr lang="en-US"/>
              <a:t>Click to edit Master title style</a:t>
            </a:r>
            <a:endParaRPr lang="en-US" dirty="0"/>
          </a:p>
        </p:txBody>
      </p:sp>
      <p:sp>
        <p:nvSpPr>
          <p:cNvPr id="3" name="Subtitle 2"/>
          <p:cNvSpPr>
            <a:spLocks noGrp="1"/>
          </p:cNvSpPr>
          <p:nvPr>
            <p:ph type="subTitle" idx="1"/>
          </p:nvPr>
        </p:nvSpPr>
        <p:spPr>
          <a:xfrm>
            <a:off x="2228088" y="3685032"/>
            <a:ext cx="7735824" cy="1133856"/>
          </a:xfrm>
        </p:spPr>
        <p:txBody>
          <a:bodyPr/>
          <a:lstStyle>
            <a:lvl1pPr marL="0" indent="0" algn="ctr">
              <a:lnSpc>
                <a:spcPct val="100000"/>
              </a:lnSpc>
              <a:buNone/>
              <a:defRPr sz="17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2886261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5C54EFF-4E52-1F82-CB94-04D9E5EE331A}"/>
              </a:ext>
            </a:extLst>
          </p:cNvPr>
          <p:cNvSpPr/>
          <p:nvPr/>
        </p:nvSpPr>
        <p:spPr>
          <a:xfrm rot="10800000">
            <a:off x="-2" y="5019503"/>
            <a:ext cx="9676771"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4">
            <a:extLst>
              <a:ext uri="{FF2B5EF4-FFF2-40B4-BE49-F238E27FC236}">
                <a16:creationId xmlns:a16="http://schemas.microsoft.com/office/drawing/2014/main" id="{59B1F129-9B20-6542-842C-EDF4E84B66F6}"/>
              </a:ext>
            </a:extLst>
          </p:cNvPr>
          <p:cNvSpPr/>
          <p:nvPr/>
        </p:nvSpPr>
        <p:spPr>
          <a:xfrm flipV="1">
            <a:off x="2763045" y="6076117"/>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5">
            <a:extLst>
              <a:ext uri="{FF2B5EF4-FFF2-40B4-BE49-F238E27FC236}">
                <a16:creationId xmlns:a16="http://schemas.microsoft.com/office/drawing/2014/main" id="{4BF2AF55-5A70-3281-19C6-545F2F5CC0D4}"/>
              </a:ext>
            </a:extLst>
          </p:cNvPr>
          <p:cNvSpPr/>
          <p:nvPr/>
        </p:nvSpPr>
        <p:spPr>
          <a:xfrm rot="10800000">
            <a:off x="5393266" y="6016606"/>
            <a:ext cx="4758267" cy="841395"/>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Freeform 6">
            <a:extLst>
              <a:ext uri="{FF2B5EF4-FFF2-40B4-BE49-F238E27FC236}">
                <a16:creationId xmlns:a16="http://schemas.microsoft.com/office/drawing/2014/main" id="{2F1132A0-3429-E495-FDEE-EA293B90BDC8}"/>
              </a:ext>
            </a:extLst>
          </p:cNvPr>
          <p:cNvSpPr/>
          <p:nvPr/>
        </p:nvSpPr>
        <p:spPr>
          <a:xfrm rot="10800000" flipH="1">
            <a:off x="-2117" y="5264001"/>
            <a:ext cx="12192001" cy="1598227"/>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8" name="Straight Connector 7">
            <a:extLst>
              <a:ext uri="{FF2B5EF4-FFF2-40B4-BE49-F238E27FC236}">
                <a16:creationId xmlns:a16="http://schemas.microsoft.com/office/drawing/2014/main" id="{9303FF13-9FBD-E8A4-677C-0673E36519CD}"/>
              </a:ext>
            </a:extLst>
          </p:cNvPr>
          <p:cNvCxnSpPr>
            <a:cxnSpLocks/>
          </p:cNvCxnSpPr>
          <p:nvPr/>
        </p:nvCxnSpPr>
        <p:spPr>
          <a:xfrm rot="5400000">
            <a:off x="6096001" y="2597155"/>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524000" y="2029968"/>
            <a:ext cx="9144000" cy="1069849"/>
          </a:xfrm>
        </p:spPr>
        <p:txBody>
          <a:bodyPr anchor="b"/>
          <a:lstStyle>
            <a:lvl1pPr algn="ctr">
              <a:defRPr sz="4794"/>
            </a:lvl1pPr>
          </a:lstStyle>
          <a:p>
            <a:r>
              <a:rPr lang="en-US"/>
              <a:t>Click to edit Master title style</a:t>
            </a:r>
            <a:endParaRPr lang="en-US" dirty="0"/>
          </a:p>
        </p:txBody>
      </p:sp>
      <p:sp>
        <p:nvSpPr>
          <p:cNvPr id="3" name="Subtitle 2"/>
          <p:cNvSpPr>
            <a:spLocks noGrp="1"/>
          </p:cNvSpPr>
          <p:nvPr>
            <p:ph type="subTitle" idx="1"/>
          </p:nvPr>
        </p:nvSpPr>
        <p:spPr>
          <a:xfrm>
            <a:off x="2560320" y="3803905"/>
            <a:ext cx="7068312" cy="758952"/>
          </a:xfrm>
        </p:spPr>
        <p:txBody>
          <a:bodyPr/>
          <a:lstStyle>
            <a:lvl1pPr marL="0" indent="0" algn="ctr">
              <a:buNone/>
              <a:defRPr sz="2397"/>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244644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ctr">
              <a:defRPr sz="3995"/>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8BC6A09-B680-EE3F-4CE5-94B076F3E835}"/>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5" name="Footer Placeholder 4">
            <a:extLst>
              <a:ext uri="{FF2B5EF4-FFF2-40B4-BE49-F238E27FC236}">
                <a16:creationId xmlns:a16="http://schemas.microsoft.com/office/drawing/2014/main" id="{B5EDCE4B-6A78-7A33-E419-3AC535BF56F5}"/>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154150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2D279F16-20DB-911C-71B7-82447D4FA538}"/>
              </a:ext>
            </a:extLst>
          </p:cNvPr>
          <p:cNvSpPr/>
          <p:nvPr/>
        </p:nvSpPr>
        <p:spPr>
          <a:xfrm rot="10800000">
            <a:off x="5393268" y="5650874"/>
            <a:ext cx="6822017" cy="1207126"/>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7">
            <a:extLst>
              <a:ext uri="{FF2B5EF4-FFF2-40B4-BE49-F238E27FC236}">
                <a16:creationId xmlns:a16="http://schemas.microsoft.com/office/drawing/2014/main" id="{FAB6F670-4D31-EFB8-36D6-B848923D23D5}"/>
              </a:ext>
            </a:extLst>
          </p:cNvPr>
          <p:cNvSpPr/>
          <p:nvPr/>
        </p:nvSpPr>
        <p:spPr>
          <a:xfrm flipH="1">
            <a:off x="-1" y="1"/>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9">
            <a:extLst>
              <a:ext uri="{FF2B5EF4-FFF2-40B4-BE49-F238E27FC236}">
                <a16:creationId xmlns:a16="http://schemas.microsoft.com/office/drawing/2014/main" id="{D8AF6A71-DE53-509A-CC66-9D7E2959E67A}"/>
              </a:ext>
            </a:extLst>
          </p:cNvPr>
          <p:cNvSpPr/>
          <p:nvPr/>
        </p:nvSpPr>
        <p:spPr>
          <a:xfrm>
            <a:off x="-24334" y="1"/>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Freeform 10">
            <a:extLst>
              <a:ext uri="{FF2B5EF4-FFF2-40B4-BE49-F238E27FC236}">
                <a16:creationId xmlns:a16="http://schemas.microsoft.com/office/drawing/2014/main" id="{97FCCF74-3596-0F1B-D8F1-324764691CFC}"/>
              </a:ext>
            </a:extLst>
          </p:cNvPr>
          <p:cNvSpPr/>
          <p:nvPr/>
        </p:nvSpPr>
        <p:spPr>
          <a:xfrm flipV="1">
            <a:off x="204061"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16">
            <a:extLst>
              <a:ext uri="{FF2B5EF4-FFF2-40B4-BE49-F238E27FC236}">
                <a16:creationId xmlns:a16="http://schemas.microsoft.com/office/drawing/2014/main" id="{1B826506-9F2B-7261-48C4-5716F710327B}"/>
              </a:ext>
            </a:extLst>
          </p:cNvPr>
          <p:cNvSpPr/>
          <p:nvPr/>
        </p:nvSpPr>
        <p:spPr>
          <a:xfrm rot="10800000">
            <a:off x="-29633" y="4822165"/>
            <a:ext cx="12230100" cy="2040064"/>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17">
            <a:extLst>
              <a:ext uri="{FF2B5EF4-FFF2-40B4-BE49-F238E27FC236}">
                <a16:creationId xmlns:a16="http://schemas.microsoft.com/office/drawing/2014/main" id="{13723576-0517-8671-C8BE-A2228AF033DA}"/>
              </a:ext>
            </a:extLst>
          </p:cNvPr>
          <p:cNvSpPr/>
          <p:nvPr/>
        </p:nvSpPr>
        <p:spPr>
          <a:xfrm>
            <a:off x="0" y="1"/>
            <a:ext cx="12192000" cy="2035837"/>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18">
            <a:extLst>
              <a:ext uri="{FF2B5EF4-FFF2-40B4-BE49-F238E27FC236}">
                <a16:creationId xmlns:a16="http://schemas.microsoft.com/office/drawing/2014/main" id="{58B0C28B-C046-521F-08B9-EB9920045118}"/>
              </a:ext>
            </a:extLst>
          </p:cNvPr>
          <p:cNvSpPr/>
          <p:nvPr/>
        </p:nvSpPr>
        <p:spPr>
          <a:xfrm flipH="1">
            <a:off x="-1" y="1"/>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1" name="Freeform 19">
            <a:extLst>
              <a:ext uri="{FF2B5EF4-FFF2-40B4-BE49-F238E27FC236}">
                <a16:creationId xmlns:a16="http://schemas.microsoft.com/office/drawing/2014/main" id="{A7FEC392-792B-85C3-9D60-29A4AC96AB18}"/>
              </a:ext>
            </a:extLst>
          </p:cNvPr>
          <p:cNvSpPr/>
          <p:nvPr/>
        </p:nvSpPr>
        <p:spPr>
          <a:xfrm>
            <a:off x="0" y="6343"/>
            <a:ext cx="4758267" cy="843508"/>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ctrTitle"/>
          </p:nvPr>
        </p:nvSpPr>
        <p:spPr>
          <a:xfrm>
            <a:off x="2286000" y="2752344"/>
            <a:ext cx="7763256" cy="1600200"/>
          </a:xfrm>
        </p:spPr>
        <p:txBody>
          <a:bodyPr anchor="t"/>
          <a:lstStyle>
            <a:lvl1pPr algn="ctr">
              <a:lnSpc>
                <a:spcPct val="100000"/>
              </a:lnSpc>
              <a:defRPr sz="3995"/>
            </a:lvl1pPr>
          </a:lstStyle>
          <a:p>
            <a:r>
              <a:rPr lang="en-US"/>
              <a:t>Click to edit Master title style</a:t>
            </a:r>
            <a:endParaRPr lang="en-US" dirty="0"/>
          </a:p>
        </p:txBody>
      </p:sp>
      <p:sp>
        <p:nvSpPr>
          <p:cNvPr id="3" name="Subtitle 2"/>
          <p:cNvSpPr>
            <a:spLocks noGrp="1"/>
          </p:cNvSpPr>
          <p:nvPr>
            <p:ph type="subTitle" idx="1"/>
          </p:nvPr>
        </p:nvSpPr>
        <p:spPr>
          <a:xfrm>
            <a:off x="7132320" y="4233673"/>
            <a:ext cx="2843784" cy="448056"/>
          </a:xfrm>
        </p:spPr>
        <p:txBody>
          <a:bodyPr/>
          <a:lstStyle>
            <a:lvl1pPr marL="0" indent="0" algn="r">
              <a:buNone/>
              <a:defRPr sz="19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1844885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 Column">
    <p:spTree>
      <p:nvGrpSpPr>
        <p:cNvPr id="1" name=""/>
        <p:cNvGrpSpPr/>
        <p:nvPr/>
      </p:nvGrpSpPr>
      <p:grpSpPr>
        <a:xfrm>
          <a:off x="0" y="0"/>
          <a:ext cx="0" cy="0"/>
          <a:chOff x="0" y="0"/>
          <a:chExt cx="0" cy="0"/>
        </a:xfrm>
      </p:grpSpPr>
      <p:sp>
        <p:nvSpPr>
          <p:cNvPr id="51" name="Text Placeholder 50"/>
          <p:cNvSpPr>
            <a:spLocks noGrp="1"/>
          </p:cNvSpPr>
          <p:nvPr>
            <p:ph type="body" sz="quarter" idx="21"/>
          </p:nvPr>
        </p:nvSpPr>
        <p:spPr>
          <a:xfrm>
            <a:off x="9372600" y="3236977"/>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 name="Title 1"/>
          <p:cNvSpPr>
            <a:spLocks noGrp="1"/>
          </p:cNvSpPr>
          <p:nvPr>
            <p:ph type="title"/>
          </p:nvPr>
        </p:nvSpPr>
        <p:spPr>
          <a:xfrm>
            <a:off x="1655064" y="832104"/>
            <a:ext cx="8878824" cy="1069849"/>
          </a:xfrm>
        </p:spPr>
        <p:txBody>
          <a:bodyPr anchor="b"/>
          <a:lstStyle>
            <a:lvl1pPr algn="ctr">
              <a:defRPr/>
            </a:lvl1pPr>
          </a:lstStyle>
          <a:p>
            <a:r>
              <a:rPr lang="en-US"/>
              <a:t>Click to edit Master title style</a:t>
            </a:r>
          </a:p>
        </p:txBody>
      </p:sp>
      <p:sp>
        <p:nvSpPr>
          <p:cNvPr id="57" name="Text Placeholder 56"/>
          <p:cNvSpPr>
            <a:spLocks noGrp="1"/>
          </p:cNvSpPr>
          <p:nvPr>
            <p:ph type="body" sz="quarter" idx="12"/>
          </p:nvPr>
        </p:nvSpPr>
        <p:spPr>
          <a:xfrm>
            <a:off x="727340" y="2478025"/>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52" name="Text Placeholder 51"/>
          <p:cNvSpPr>
            <a:spLocks noGrp="1"/>
          </p:cNvSpPr>
          <p:nvPr>
            <p:ph type="body" sz="quarter" idx="13"/>
          </p:nvPr>
        </p:nvSpPr>
        <p:spPr>
          <a:xfrm>
            <a:off x="731520" y="3236977"/>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1" name="Text Placeholder 11"/>
          <p:cNvSpPr>
            <a:spLocks noGrp="1"/>
          </p:cNvSpPr>
          <p:nvPr>
            <p:ph type="body" sz="quarter" idx="14"/>
          </p:nvPr>
        </p:nvSpPr>
        <p:spPr>
          <a:xfrm>
            <a:off x="2884932" y="2478023"/>
            <a:ext cx="2103120" cy="704088"/>
          </a:xfrm>
          <a:solidFill>
            <a:schemeClr val="accent1"/>
          </a:solidFill>
          <a:ln w="12700">
            <a:solidFill>
              <a:schemeClr val="accent1"/>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2" name="Text Placeholder 11"/>
          <p:cNvSpPr>
            <a:spLocks noGrp="1"/>
          </p:cNvSpPr>
          <p:nvPr>
            <p:ph type="body" sz="quarter" idx="15"/>
          </p:nvPr>
        </p:nvSpPr>
        <p:spPr>
          <a:xfrm>
            <a:off x="2891791"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3" name="Text Placeholder 11"/>
          <p:cNvSpPr>
            <a:spLocks noGrp="1"/>
          </p:cNvSpPr>
          <p:nvPr>
            <p:ph type="body" sz="quarter" idx="16"/>
          </p:nvPr>
        </p:nvSpPr>
        <p:spPr>
          <a:xfrm>
            <a:off x="5047488" y="2478023"/>
            <a:ext cx="2103120" cy="704088"/>
          </a:xfrm>
          <a:solidFill>
            <a:schemeClr val="accent4"/>
          </a:solidFill>
          <a:ln w="12700">
            <a:solidFill>
              <a:schemeClr val="accent4"/>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4" name="Text Placeholder 11"/>
          <p:cNvSpPr>
            <a:spLocks noGrp="1"/>
          </p:cNvSpPr>
          <p:nvPr>
            <p:ph type="body" sz="quarter" idx="17"/>
          </p:nvPr>
        </p:nvSpPr>
        <p:spPr>
          <a:xfrm>
            <a:off x="5052060"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5" name="Text Placeholder 11"/>
          <p:cNvSpPr>
            <a:spLocks noGrp="1"/>
          </p:cNvSpPr>
          <p:nvPr>
            <p:ph type="body" sz="quarter" idx="18"/>
          </p:nvPr>
        </p:nvSpPr>
        <p:spPr>
          <a:xfrm>
            <a:off x="7210044" y="2478023"/>
            <a:ext cx="2103120" cy="704088"/>
          </a:xfrm>
          <a:solidFill>
            <a:schemeClr val="accent2"/>
          </a:solidFill>
          <a:ln w="12700">
            <a:solidFill>
              <a:schemeClr val="accent2"/>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6" name="Text Placeholder 11"/>
          <p:cNvSpPr>
            <a:spLocks noGrp="1"/>
          </p:cNvSpPr>
          <p:nvPr>
            <p:ph type="body" sz="quarter" idx="19"/>
          </p:nvPr>
        </p:nvSpPr>
        <p:spPr>
          <a:xfrm>
            <a:off x="7212331"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55" name="Text Placeholder 54"/>
          <p:cNvSpPr>
            <a:spLocks noGrp="1"/>
          </p:cNvSpPr>
          <p:nvPr>
            <p:ph type="body" sz="quarter" idx="20"/>
          </p:nvPr>
        </p:nvSpPr>
        <p:spPr>
          <a:xfrm>
            <a:off x="9372600" y="2478027"/>
            <a:ext cx="2098157" cy="702768"/>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144129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53F0A83-4479-68EA-0A7A-3C3AF933E081}"/>
              </a:ext>
            </a:extLst>
          </p:cNvPr>
          <p:cNvCxnSpPr>
            <a:cxnSpLocks/>
          </p:cNvCxnSpPr>
          <p:nvPr/>
        </p:nvCxnSpPr>
        <p:spPr>
          <a:xfrm>
            <a:off x="1943101" y="3323297"/>
            <a:ext cx="2171700"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BAB962B-B528-8CE8-83B4-EFCA03FFF1A1}"/>
              </a:ext>
            </a:extLst>
          </p:cNvPr>
          <p:cNvCxnSpPr>
            <a:cxnSpLocks/>
          </p:cNvCxnSpPr>
          <p:nvPr/>
        </p:nvCxnSpPr>
        <p:spPr>
          <a:xfrm>
            <a:off x="4114801" y="3323297"/>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AA3A09C-3464-F3AB-4DD0-2B30919392B8}"/>
              </a:ext>
            </a:extLst>
          </p:cNvPr>
          <p:cNvCxnSpPr>
            <a:cxnSpLocks/>
          </p:cNvCxnSpPr>
          <p:nvPr/>
        </p:nvCxnSpPr>
        <p:spPr>
          <a:xfrm>
            <a:off x="6286500" y="3323298"/>
            <a:ext cx="2161117" cy="14799"/>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9E6B018-8B08-A86B-590D-BB12B720C112}"/>
              </a:ext>
            </a:extLst>
          </p:cNvPr>
          <p:cNvCxnSpPr>
            <a:cxnSpLocks/>
          </p:cNvCxnSpPr>
          <p:nvPr/>
        </p:nvCxnSpPr>
        <p:spPr>
          <a:xfrm>
            <a:off x="8447618" y="3333868"/>
            <a:ext cx="2188633"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28F65AE-4109-28C5-0329-FD770B54901D}"/>
              </a:ext>
            </a:extLst>
          </p:cNvPr>
          <p:cNvSpPr/>
          <p:nvPr/>
        </p:nvSpPr>
        <p:spPr>
          <a:xfrm>
            <a:off x="1348317" y="2716563"/>
            <a:ext cx="1219200" cy="12176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Oval 7">
            <a:extLst>
              <a:ext uri="{FF2B5EF4-FFF2-40B4-BE49-F238E27FC236}">
                <a16:creationId xmlns:a16="http://schemas.microsoft.com/office/drawing/2014/main" id="{4EB47FB7-5FF7-E10E-1A1D-ED69D5EB729D}"/>
              </a:ext>
            </a:extLst>
          </p:cNvPr>
          <p:cNvSpPr/>
          <p:nvPr/>
        </p:nvSpPr>
        <p:spPr>
          <a:xfrm>
            <a:off x="3524251" y="2720792"/>
            <a:ext cx="1219200" cy="12198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Oval 8">
            <a:extLst>
              <a:ext uri="{FF2B5EF4-FFF2-40B4-BE49-F238E27FC236}">
                <a16:creationId xmlns:a16="http://schemas.microsoft.com/office/drawing/2014/main" id="{A2B23A34-6AC0-0C3D-3962-74D97500E251}"/>
              </a:ext>
            </a:extLst>
          </p:cNvPr>
          <p:cNvSpPr/>
          <p:nvPr/>
        </p:nvSpPr>
        <p:spPr>
          <a:xfrm>
            <a:off x="5704417" y="2716564"/>
            <a:ext cx="1219200" cy="12198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Oval 9">
            <a:extLst>
              <a:ext uri="{FF2B5EF4-FFF2-40B4-BE49-F238E27FC236}">
                <a16:creationId xmlns:a16="http://schemas.microsoft.com/office/drawing/2014/main" id="{01C2BC8D-C7BE-B4E7-6895-E9467901F617}"/>
              </a:ext>
            </a:extLst>
          </p:cNvPr>
          <p:cNvSpPr/>
          <p:nvPr/>
        </p:nvSpPr>
        <p:spPr>
          <a:xfrm>
            <a:off x="7848601" y="2725020"/>
            <a:ext cx="1217084" cy="12198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1" name="Oval 10">
            <a:extLst>
              <a:ext uri="{FF2B5EF4-FFF2-40B4-BE49-F238E27FC236}">
                <a16:creationId xmlns:a16="http://schemas.microsoft.com/office/drawing/2014/main" id="{EFFC2011-E875-EC53-BAB7-5F84DFC353C4}"/>
              </a:ext>
            </a:extLst>
          </p:cNvPr>
          <p:cNvSpPr/>
          <p:nvPr/>
        </p:nvSpPr>
        <p:spPr>
          <a:xfrm>
            <a:off x="10049933" y="2718677"/>
            <a:ext cx="1219200" cy="12176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2" name="Oval 11">
            <a:extLst>
              <a:ext uri="{FF2B5EF4-FFF2-40B4-BE49-F238E27FC236}">
                <a16:creationId xmlns:a16="http://schemas.microsoft.com/office/drawing/2014/main" id="{E5499EFD-CE44-F583-FC3B-6C8324F7EC47}"/>
              </a:ext>
            </a:extLst>
          </p:cNvPr>
          <p:cNvSpPr/>
          <p:nvPr/>
        </p:nvSpPr>
        <p:spPr>
          <a:xfrm flipH="1">
            <a:off x="1418168" y="2786328"/>
            <a:ext cx="1071033" cy="10718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3" name="Oval 12">
            <a:extLst>
              <a:ext uri="{FF2B5EF4-FFF2-40B4-BE49-F238E27FC236}">
                <a16:creationId xmlns:a16="http://schemas.microsoft.com/office/drawing/2014/main" id="{7D184F6C-D05E-45DB-421F-90E4F2AE4EA0}"/>
              </a:ext>
            </a:extLst>
          </p:cNvPr>
          <p:cNvSpPr/>
          <p:nvPr/>
        </p:nvSpPr>
        <p:spPr>
          <a:xfrm flipH="1">
            <a:off x="3591984" y="2790556"/>
            <a:ext cx="1073149" cy="10718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4" name="Oval 13">
            <a:extLst>
              <a:ext uri="{FF2B5EF4-FFF2-40B4-BE49-F238E27FC236}">
                <a16:creationId xmlns:a16="http://schemas.microsoft.com/office/drawing/2014/main" id="{F6F2EF57-02B8-E5A8-5A2B-413D53AE528C}"/>
              </a:ext>
            </a:extLst>
          </p:cNvPr>
          <p:cNvSpPr/>
          <p:nvPr/>
        </p:nvSpPr>
        <p:spPr>
          <a:xfrm flipH="1">
            <a:off x="5772152" y="2788442"/>
            <a:ext cx="1071033" cy="106971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5" name="Oval 14">
            <a:extLst>
              <a:ext uri="{FF2B5EF4-FFF2-40B4-BE49-F238E27FC236}">
                <a16:creationId xmlns:a16="http://schemas.microsoft.com/office/drawing/2014/main" id="{1D7B40B5-1D63-96A6-0284-916514771A93}"/>
              </a:ext>
            </a:extLst>
          </p:cNvPr>
          <p:cNvSpPr/>
          <p:nvPr/>
        </p:nvSpPr>
        <p:spPr>
          <a:xfrm flipH="1">
            <a:off x="7916334" y="2796898"/>
            <a:ext cx="1071033" cy="10718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6" name="Oval 15">
            <a:extLst>
              <a:ext uri="{FF2B5EF4-FFF2-40B4-BE49-F238E27FC236}">
                <a16:creationId xmlns:a16="http://schemas.microsoft.com/office/drawing/2014/main" id="{C5DC08CC-D8C6-F70C-5A7B-22C4FC270976}"/>
              </a:ext>
            </a:extLst>
          </p:cNvPr>
          <p:cNvSpPr/>
          <p:nvPr/>
        </p:nvSpPr>
        <p:spPr>
          <a:xfrm flipH="1">
            <a:off x="10130368" y="2788442"/>
            <a:ext cx="1071033" cy="10718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792224" y="832104"/>
            <a:ext cx="8878824" cy="1069849"/>
          </a:xfrm>
        </p:spPr>
        <p:txBody>
          <a:bodyPr anchor="b"/>
          <a:lstStyle>
            <a:lvl1pPr algn="ctr">
              <a:defRPr/>
            </a:lvl1pPr>
          </a:lstStyle>
          <a:p>
            <a:r>
              <a:rPr lang="en-US"/>
              <a:t>Click to edit Master title style</a:t>
            </a:r>
          </a:p>
        </p:txBody>
      </p:sp>
      <p:sp>
        <p:nvSpPr>
          <p:cNvPr id="19" name="Text Placeholder 11"/>
          <p:cNvSpPr>
            <a:spLocks noGrp="1"/>
          </p:cNvSpPr>
          <p:nvPr>
            <p:ph type="body" sz="quarter" idx="12"/>
          </p:nvPr>
        </p:nvSpPr>
        <p:spPr>
          <a:xfrm>
            <a:off x="138074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0" name="Text Placeholder 11"/>
          <p:cNvSpPr>
            <a:spLocks noGrp="1"/>
          </p:cNvSpPr>
          <p:nvPr>
            <p:ph type="body" sz="quarter" idx="13"/>
          </p:nvPr>
        </p:nvSpPr>
        <p:spPr>
          <a:xfrm>
            <a:off x="138074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1" name="Text Placeholder 11"/>
          <p:cNvSpPr>
            <a:spLocks noGrp="1"/>
          </p:cNvSpPr>
          <p:nvPr>
            <p:ph type="body" sz="quarter" idx="14"/>
          </p:nvPr>
        </p:nvSpPr>
        <p:spPr>
          <a:xfrm>
            <a:off x="3538728"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2" name="Text Placeholder 11"/>
          <p:cNvSpPr>
            <a:spLocks noGrp="1"/>
          </p:cNvSpPr>
          <p:nvPr>
            <p:ph type="body" sz="quarter" idx="15"/>
          </p:nvPr>
        </p:nvSpPr>
        <p:spPr>
          <a:xfrm>
            <a:off x="3538728"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3" name="Text Placeholder 11"/>
          <p:cNvSpPr>
            <a:spLocks noGrp="1"/>
          </p:cNvSpPr>
          <p:nvPr>
            <p:ph type="body" sz="quarter" idx="16"/>
          </p:nvPr>
        </p:nvSpPr>
        <p:spPr>
          <a:xfrm>
            <a:off x="572414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4" name="Text Placeholder 11"/>
          <p:cNvSpPr>
            <a:spLocks noGrp="1"/>
          </p:cNvSpPr>
          <p:nvPr>
            <p:ph type="body" sz="quarter" idx="17"/>
          </p:nvPr>
        </p:nvSpPr>
        <p:spPr>
          <a:xfrm>
            <a:off x="572414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5" name="Text Placeholder 11"/>
          <p:cNvSpPr>
            <a:spLocks noGrp="1"/>
          </p:cNvSpPr>
          <p:nvPr>
            <p:ph type="body" sz="quarter" idx="18"/>
          </p:nvPr>
        </p:nvSpPr>
        <p:spPr>
          <a:xfrm>
            <a:off x="787298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6" name="Text Placeholder 11"/>
          <p:cNvSpPr>
            <a:spLocks noGrp="1"/>
          </p:cNvSpPr>
          <p:nvPr>
            <p:ph type="body" sz="quarter" idx="19"/>
          </p:nvPr>
        </p:nvSpPr>
        <p:spPr>
          <a:xfrm>
            <a:off x="787298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7" name="Text Placeholder 11"/>
          <p:cNvSpPr>
            <a:spLocks noGrp="1"/>
          </p:cNvSpPr>
          <p:nvPr>
            <p:ph type="body" sz="quarter" idx="20"/>
          </p:nvPr>
        </p:nvSpPr>
        <p:spPr>
          <a:xfrm>
            <a:off x="10058400"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8" name="Text Placeholder 11"/>
          <p:cNvSpPr>
            <a:spLocks noGrp="1"/>
          </p:cNvSpPr>
          <p:nvPr>
            <p:ph type="body" sz="quarter" idx="21"/>
          </p:nvPr>
        </p:nvSpPr>
        <p:spPr>
          <a:xfrm>
            <a:off x="10058400"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30" name="Picture Placeholder 29"/>
          <p:cNvSpPr>
            <a:spLocks noGrp="1"/>
          </p:cNvSpPr>
          <p:nvPr>
            <p:ph type="pic" sz="quarter" idx="22"/>
          </p:nvPr>
        </p:nvSpPr>
        <p:spPr>
          <a:xfrm>
            <a:off x="1648147" y="3018954"/>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1" name="Picture Placeholder 29"/>
          <p:cNvSpPr>
            <a:spLocks noGrp="1"/>
          </p:cNvSpPr>
          <p:nvPr>
            <p:ph type="pic" sz="quarter" idx="23"/>
          </p:nvPr>
        </p:nvSpPr>
        <p:spPr>
          <a:xfrm>
            <a:off x="3805117" y="3011109"/>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2" name="Picture Placeholder 29"/>
          <p:cNvSpPr>
            <a:spLocks noGrp="1"/>
          </p:cNvSpPr>
          <p:nvPr>
            <p:ph type="pic" sz="quarter" idx="24"/>
          </p:nvPr>
        </p:nvSpPr>
        <p:spPr>
          <a:xfrm>
            <a:off x="5995989" y="3026158"/>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3" name="Picture Placeholder 29"/>
          <p:cNvSpPr>
            <a:spLocks noGrp="1"/>
          </p:cNvSpPr>
          <p:nvPr>
            <p:ph type="pic" sz="quarter" idx="25"/>
          </p:nvPr>
        </p:nvSpPr>
        <p:spPr>
          <a:xfrm>
            <a:off x="8146207" y="3011109"/>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4" name="Picture Placeholder 29"/>
          <p:cNvSpPr>
            <a:spLocks noGrp="1"/>
          </p:cNvSpPr>
          <p:nvPr>
            <p:ph type="pic" sz="quarter" idx="26"/>
          </p:nvPr>
        </p:nvSpPr>
        <p:spPr>
          <a:xfrm>
            <a:off x="10347831" y="3017031"/>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29" name="Text Placeholder 11"/>
          <p:cNvSpPr>
            <a:spLocks noGrp="1"/>
          </p:cNvSpPr>
          <p:nvPr>
            <p:ph type="body" sz="quarter" idx="28"/>
          </p:nvPr>
        </p:nvSpPr>
        <p:spPr>
          <a:xfrm>
            <a:off x="2350008" y="4279394"/>
            <a:ext cx="146304" cy="146303"/>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p:cNvSpPr>
            <a:spLocks noGrp="1"/>
          </p:cNvSpPr>
          <p:nvPr>
            <p:ph type="body" sz="quarter" idx="29"/>
          </p:nvPr>
        </p:nvSpPr>
        <p:spPr>
          <a:xfrm>
            <a:off x="4517136" y="4279394"/>
            <a:ext cx="146304" cy="146303"/>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p:cNvSpPr>
            <a:spLocks noGrp="1"/>
          </p:cNvSpPr>
          <p:nvPr>
            <p:ph type="body" sz="quarter" idx="30"/>
          </p:nvPr>
        </p:nvSpPr>
        <p:spPr>
          <a:xfrm>
            <a:off x="6702552" y="4279394"/>
            <a:ext cx="146304" cy="146303"/>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p:cNvSpPr>
            <a:spLocks noGrp="1"/>
          </p:cNvSpPr>
          <p:nvPr>
            <p:ph type="body" sz="quarter" idx="31"/>
          </p:nvPr>
        </p:nvSpPr>
        <p:spPr>
          <a:xfrm>
            <a:off x="8842248" y="4279394"/>
            <a:ext cx="146304" cy="146303"/>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p:cNvSpPr>
            <a:spLocks noGrp="1"/>
          </p:cNvSpPr>
          <p:nvPr>
            <p:ph type="body" sz="quarter" idx="32"/>
          </p:nvPr>
        </p:nvSpPr>
        <p:spPr>
          <a:xfrm>
            <a:off x="11055096" y="4279394"/>
            <a:ext cx="146304" cy="146303"/>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17" name="Footer Placeholder 2">
            <a:extLst>
              <a:ext uri="{FF2B5EF4-FFF2-40B4-BE49-F238E27FC236}">
                <a16:creationId xmlns:a16="http://schemas.microsoft.com/office/drawing/2014/main" id="{3E2243CF-6690-69A0-6929-C3FB47D1B2CC}"/>
              </a:ext>
            </a:extLst>
          </p:cNvPr>
          <p:cNvSpPr>
            <a:spLocks noGrp="1"/>
          </p:cNvSpPr>
          <p:nvPr>
            <p:ph type="ftr" sz="quarter" idx="33"/>
          </p:nvPr>
        </p:nvSpPr>
        <p:spPr/>
        <p:txBody>
          <a:bodyPr/>
          <a:lstStyle>
            <a:lvl1pPr>
              <a:defRPr/>
            </a:lvl1pPr>
          </a:lstStyle>
          <a:p>
            <a:endParaRPr lang="en-IN"/>
          </a:p>
        </p:txBody>
      </p:sp>
      <p:sp>
        <p:nvSpPr>
          <p:cNvPr id="18" name="Slide Number Placeholder 3">
            <a:extLst>
              <a:ext uri="{FF2B5EF4-FFF2-40B4-BE49-F238E27FC236}">
                <a16:creationId xmlns:a16="http://schemas.microsoft.com/office/drawing/2014/main" id="{5563789B-8C11-04F9-E6DA-F1A1C5A9F42E}"/>
              </a:ext>
            </a:extLst>
          </p:cNvPr>
          <p:cNvSpPr>
            <a:spLocks noGrp="1"/>
          </p:cNvSpPr>
          <p:nvPr>
            <p:ph type="sldNum" sz="quarter" idx="34"/>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849377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132D21D5-B743-3FE9-4E77-34AB4BE9EE3F}"/>
              </a:ext>
            </a:extLst>
          </p:cNvPr>
          <p:cNvSpPr/>
          <p:nvPr/>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11">
            <a:extLst>
              <a:ext uri="{FF2B5EF4-FFF2-40B4-BE49-F238E27FC236}">
                <a16:creationId xmlns:a16="http://schemas.microsoft.com/office/drawing/2014/main" id="{9D0C98BE-7F99-7D70-1280-2B1E20E1BBE6}"/>
              </a:ext>
            </a:extLst>
          </p:cNvPr>
          <p:cNvSpPr/>
          <p:nvPr/>
        </p:nvSpPr>
        <p:spPr>
          <a:xfrm rot="16200000" flipV="1">
            <a:off x="7907199" y="2573197"/>
            <a:ext cx="6858000" cy="1711603"/>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13">
            <a:extLst>
              <a:ext uri="{FF2B5EF4-FFF2-40B4-BE49-F238E27FC236}">
                <a16:creationId xmlns:a16="http://schemas.microsoft.com/office/drawing/2014/main" id="{8215D829-C33B-59A5-BBAD-8E2DCD5192B1}"/>
              </a:ext>
            </a:extLst>
          </p:cNvPr>
          <p:cNvSpPr/>
          <p:nvPr/>
        </p:nvSpPr>
        <p:spPr>
          <a:xfrm rot="5400000">
            <a:off x="7877132" y="2543132"/>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545336" y="822960"/>
            <a:ext cx="8878824" cy="1069849"/>
          </a:xfrm>
        </p:spPr>
        <p:txBody>
          <a:bodyPr anchor="b"/>
          <a:lstStyle>
            <a:lvl1pPr algn="l">
              <a:defRPr/>
            </a:lvl1pPr>
          </a:lstStyle>
          <a:p>
            <a:r>
              <a:rPr lang="en-US"/>
              <a:t>Click to edit Master title style</a:t>
            </a:r>
          </a:p>
        </p:txBody>
      </p:sp>
      <p:sp>
        <p:nvSpPr>
          <p:cNvPr id="3" name="Text Placeholder 2"/>
          <p:cNvSpPr>
            <a:spLocks noGrp="1"/>
          </p:cNvSpPr>
          <p:nvPr>
            <p:ph type="body" idx="1"/>
          </p:nvPr>
        </p:nvSpPr>
        <p:spPr>
          <a:xfrm>
            <a:off x="1536192" y="2185417"/>
            <a:ext cx="3621024"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4" name="Content Placeholder 3"/>
          <p:cNvSpPr>
            <a:spLocks noGrp="1"/>
          </p:cNvSpPr>
          <p:nvPr>
            <p:ph sz="half" idx="2"/>
          </p:nvPr>
        </p:nvSpPr>
        <p:spPr>
          <a:xfrm>
            <a:off x="1536192" y="2743200"/>
            <a:ext cx="3621024"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541264" y="2185417"/>
            <a:ext cx="3621024"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6" name="Content Placeholder 5"/>
          <p:cNvSpPr>
            <a:spLocks noGrp="1"/>
          </p:cNvSpPr>
          <p:nvPr>
            <p:ph sz="quarter" idx="4"/>
          </p:nvPr>
        </p:nvSpPr>
        <p:spPr>
          <a:xfrm>
            <a:off x="5541264" y="2743200"/>
            <a:ext cx="3621024"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7">
            <a:extLst>
              <a:ext uri="{FF2B5EF4-FFF2-40B4-BE49-F238E27FC236}">
                <a16:creationId xmlns:a16="http://schemas.microsoft.com/office/drawing/2014/main" id="{D36F78D8-B754-29C7-455B-57BE9B2CA1CB}"/>
              </a:ext>
            </a:extLst>
          </p:cNvPr>
          <p:cNvSpPr>
            <a:spLocks noGrp="1"/>
          </p:cNvSpPr>
          <p:nvPr>
            <p:ph type="ftr" sz="quarter" idx="10"/>
          </p:nvPr>
        </p:nvSpPr>
        <p:spPr/>
        <p:txBody>
          <a:bodyPr/>
          <a:lstStyle>
            <a:lvl1pPr>
              <a:defRPr/>
            </a:lvl1pPr>
          </a:lstStyle>
          <a:p>
            <a:endParaRPr lang="en-IN"/>
          </a:p>
        </p:txBody>
      </p:sp>
      <p:sp>
        <p:nvSpPr>
          <p:cNvPr id="11" name="Slide Number Placeholder 8">
            <a:extLst>
              <a:ext uri="{FF2B5EF4-FFF2-40B4-BE49-F238E27FC236}">
                <a16:creationId xmlns:a16="http://schemas.microsoft.com/office/drawing/2014/main" id="{AD9F6AF6-A0E5-81F5-91C9-DF85B928BA06}"/>
              </a:ext>
            </a:extLst>
          </p:cNvPr>
          <p:cNvSpPr>
            <a:spLocks noGrp="1"/>
          </p:cNvSpPr>
          <p:nvPr>
            <p:ph type="sldNum" sz="quarter" idx="11"/>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394781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F8A13A6-6D3E-7FC4-85E5-CEF80BB5ABAF}"/>
              </a:ext>
            </a:extLst>
          </p:cNvPr>
          <p:cNvSpPr/>
          <p:nvPr/>
        </p:nvSpPr>
        <p:spPr>
          <a:xfrm>
            <a:off x="19485" y="0"/>
            <a:ext cx="6721147"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8" name="Freeform: Shape 7">
            <a:extLst>
              <a:ext uri="{FF2B5EF4-FFF2-40B4-BE49-F238E27FC236}">
                <a16:creationId xmlns:a16="http://schemas.microsoft.com/office/drawing/2014/main" id="{7FC98DE1-352E-6967-BC89-8D208078EE69}"/>
              </a:ext>
            </a:extLst>
          </p:cNvPr>
          <p:cNvSpPr/>
          <p:nvPr/>
        </p:nvSpPr>
        <p:spPr>
          <a:xfrm>
            <a:off x="8467" y="8456"/>
            <a:ext cx="4591051" cy="3587555"/>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9" name="Freeform 24">
            <a:extLst>
              <a:ext uri="{FF2B5EF4-FFF2-40B4-BE49-F238E27FC236}">
                <a16:creationId xmlns:a16="http://schemas.microsoft.com/office/drawing/2014/main" id="{D6FB2D57-0A03-4EB5-96F5-59503E4FF5F5}"/>
              </a:ext>
            </a:extLst>
          </p:cNvPr>
          <p:cNvSpPr/>
          <p:nvPr/>
        </p:nvSpPr>
        <p:spPr>
          <a:xfrm>
            <a:off x="1" y="1"/>
            <a:ext cx="1892300" cy="2084460"/>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Shape 9">
            <a:extLst>
              <a:ext uri="{FF2B5EF4-FFF2-40B4-BE49-F238E27FC236}">
                <a16:creationId xmlns:a16="http://schemas.microsoft.com/office/drawing/2014/main" id="{4CEFAD29-548D-5A83-A6CC-2A1A77F7C14C}"/>
              </a:ext>
            </a:extLst>
          </p:cNvPr>
          <p:cNvSpPr/>
          <p:nvPr/>
        </p:nvSpPr>
        <p:spPr>
          <a:xfrm>
            <a:off x="3" y="5262793"/>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11" name="Freeform 29">
            <a:extLst>
              <a:ext uri="{FF2B5EF4-FFF2-40B4-BE49-F238E27FC236}">
                <a16:creationId xmlns:a16="http://schemas.microsoft.com/office/drawing/2014/main" id="{63B5BF0C-6728-DCEB-C4D9-CC51E91D178D}"/>
              </a:ext>
            </a:extLst>
          </p:cNvPr>
          <p:cNvSpPr/>
          <p:nvPr/>
        </p:nvSpPr>
        <p:spPr>
          <a:xfrm>
            <a:off x="10193398" y="2730130"/>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12" name="Straight Connector 11">
            <a:extLst>
              <a:ext uri="{FF2B5EF4-FFF2-40B4-BE49-F238E27FC236}">
                <a16:creationId xmlns:a16="http://schemas.microsoft.com/office/drawing/2014/main" id="{17D434AD-928D-DF85-EF0D-89A00790D941}"/>
              </a:ext>
            </a:extLst>
          </p:cNvPr>
          <p:cNvCxnSpPr>
            <a:cxnSpLocks/>
          </p:cNvCxnSpPr>
          <p:nvPr/>
        </p:nvCxnSpPr>
        <p:spPr>
          <a:xfrm>
            <a:off x="594784" y="845623"/>
            <a:ext cx="0" cy="5111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45336" y="822960"/>
            <a:ext cx="8878824" cy="1069849"/>
          </a:xfrm>
        </p:spPr>
        <p:txBody>
          <a:bodyPr anchor="b"/>
          <a:lstStyle>
            <a:lvl1pPr algn="l">
              <a:defRPr/>
            </a:lvl1pPr>
          </a:lstStyle>
          <a:p>
            <a:r>
              <a:rPr lang="en-US"/>
              <a:t>Click to edit Master title style</a:t>
            </a:r>
            <a:endParaRPr lang="en-US" dirty="0"/>
          </a:p>
        </p:txBody>
      </p:sp>
      <p:sp>
        <p:nvSpPr>
          <p:cNvPr id="3" name="Text Placeholder 2"/>
          <p:cNvSpPr>
            <a:spLocks noGrp="1"/>
          </p:cNvSpPr>
          <p:nvPr>
            <p:ph type="body" idx="1"/>
          </p:nvPr>
        </p:nvSpPr>
        <p:spPr>
          <a:xfrm>
            <a:off x="1536192"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4" name="Content Placeholder 3"/>
          <p:cNvSpPr>
            <a:spLocks noGrp="1"/>
          </p:cNvSpPr>
          <p:nvPr>
            <p:ph sz="half" idx="2"/>
          </p:nvPr>
        </p:nvSpPr>
        <p:spPr>
          <a:xfrm>
            <a:off x="1536192"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754880"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4"/>
          <p:cNvSpPr>
            <a:spLocks noGrp="1"/>
          </p:cNvSpPr>
          <p:nvPr>
            <p:ph type="body" sz="quarter" idx="13"/>
          </p:nvPr>
        </p:nvSpPr>
        <p:spPr>
          <a:xfrm>
            <a:off x="7973568"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25" name="Content Placeholder 5"/>
          <p:cNvSpPr>
            <a:spLocks noGrp="1"/>
          </p:cNvSpPr>
          <p:nvPr>
            <p:ph sz="quarter" idx="14"/>
          </p:nvPr>
        </p:nvSpPr>
        <p:spPr>
          <a:xfrm>
            <a:off x="7973568"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8">
            <a:extLst>
              <a:ext uri="{FF2B5EF4-FFF2-40B4-BE49-F238E27FC236}">
                <a16:creationId xmlns:a16="http://schemas.microsoft.com/office/drawing/2014/main" id="{1CD3BFA4-CC58-702C-8E54-17E603BD2594}"/>
              </a:ext>
            </a:extLst>
          </p:cNvPr>
          <p:cNvSpPr>
            <a:spLocks noGrp="1"/>
          </p:cNvSpPr>
          <p:nvPr>
            <p:ph type="sldNum" sz="quarter" idx="15"/>
          </p:nvPr>
        </p:nvSpPr>
        <p:spPr/>
        <p:txBody>
          <a:bodyPr/>
          <a:lstStyle>
            <a:lvl1pPr>
              <a:defRPr/>
            </a:lvl1pPr>
          </a:lstStyle>
          <a:p>
            <a:fld id="{E796E086-367E-4F2A-87A9-BEEF8DB8FC30}" type="slidenum">
              <a:rPr lang="en-IN" smtClean="0"/>
              <a:t>‹#›</a:t>
            </a:fld>
            <a:endParaRPr lang="en-IN"/>
          </a:p>
        </p:txBody>
      </p:sp>
      <p:sp>
        <p:nvSpPr>
          <p:cNvPr id="14" name="Footer Placeholder 7">
            <a:extLst>
              <a:ext uri="{FF2B5EF4-FFF2-40B4-BE49-F238E27FC236}">
                <a16:creationId xmlns:a16="http://schemas.microsoft.com/office/drawing/2014/main" id="{37F2D4AA-566B-824A-B1A6-784D4AEE9AE2}"/>
              </a:ext>
            </a:extLst>
          </p:cNvPr>
          <p:cNvSpPr>
            <a:spLocks noGrp="1"/>
          </p:cNvSpPr>
          <p:nvPr>
            <p:ph type="ftr" sz="quarter" idx="16"/>
          </p:nvPr>
        </p:nvSpPr>
        <p:spPr/>
        <p:txBody>
          <a:bodyPr/>
          <a:lstStyle>
            <a:lvl1pPr>
              <a:defRPr/>
            </a:lvl1pPr>
          </a:lstStyle>
          <a:p>
            <a:endParaRPr lang="en-IN"/>
          </a:p>
        </p:txBody>
      </p:sp>
    </p:spTree>
    <p:extLst>
      <p:ext uri="{BB962C8B-B14F-4D97-AF65-F5344CB8AC3E}">
        <p14:creationId xmlns:p14="http://schemas.microsoft.com/office/powerpoint/2010/main" val="202869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am x4">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1AF56A1-8A73-892F-A5DB-98D8AA85B47B}"/>
              </a:ext>
            </a:extLst>
          </p:cNvPr>
          <p:cNvSpPr/>
          <p:nvPr/>
        </p:nvSpPr>
        <p:spPr>
          <a:xfrm flipH="1">
            <a:off x="3791018" y="2349815"/>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4" name="Oval 3">
            <a:extLst>
              <a:ext uri="{FF2B5EF4-FFF2-40B4-BE49-F238E27FC236}">
                <a16:creationId xmlns:a16="http://schemas.microsoft.com/office/drawing/2014/main" id="{B2439C27-B3BC-18B0-DF01-8E5E70CE6B19}"/>
              </a:ext>
            </a:extLst>
          </p:cNvPr>
          <p:cNvSpPr/>
          <p:nvPr/>
        </p:nvSpPr>
        <p:spPr>
          <a:xfrm flipH="1">
            <a:off x="8929768" y="2349815"/>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Oval 4">
            <a:extLst>
              <a:ext uri="{FF2B5EF4-FFF2-40B4-BE49-F238E27FC236}">
                <a16:creationId xmlns:a16="http://schemas.microsoft.com/office/drawing/2014/main" id="{4E8C598E-D366-59C8-1822-94FDE2F71FCA}"/>
              </a:ext>
            </a:extLst>
          </p:cNvPr>
          <p:cNvSpPr/>
          <p:nvPr/>
        </p:nvSpPr>
        <p:spPr>
          <a:xfrm flipH="1">
            <a:off x="6342948" y="2349815"/>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Oval 5">
            <a:extLst>
              <a:ext uri="{FF2B5EF4-FFF2-40B4-BE49-F238E27FC236}">
                <a16:creationId xmlns:a16="http://schemas.microsoft.com/office/drawing/2014/main" id="{5C98D42C-D763-3177-E522-57D34C4BC680}"/>
              </a:ext>
            </a:extLst>
          </p:cNvPr>
          <p:cNvSpPr/>
          <p:nvPr/>
        </p:nvSpPr>
        <p:spPr>
          <a:xfrm flipH="1">
            <a:off x="1247943" y="2349815"/>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656588" y="832104"/>
            <a:ext cx="8878824" cy="1069849"/>
          </a:xfrm>
        </p:spPr>
        <p:txBody>
          <a:bodyPr anchor="b"/>
          <a:lstStyle>
            <a:lvl1pPr algn="ctr">
              <a:defRPr/>
            </a:lvl1pPr>
          </a:lstStyle>
          <a:p>
            <a:r>
              <a:rPr lang="en-US"/>
              <a:t>Click to edit Master title style</a:t>
            </a:r>
            <a:endParaRPr lang="en-US" dirty="0"/>
          </a:p>
        </p:txBody>
      </p:sp>
      <p:sp>
        <p:nvSpPr>
          <p:cNvPr id="12" name="Text Placeholder 11"/>
          <p:cNvSpPr>
            <a:spLocks noGrp="1"/>
          </p:cNvSpPr>
          <p:nvPr>
            <p:ph type="body" sz="quarter" idx="12"/>
          </p:nvPr>
        </p:nvSpPr>
        <p:spPr>
          <a:xfrm>
            <a:off x="1042524"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3" name="Text Placeholder 11"/>
          <p:cNvSpPr>
            <a:spLocks noGrp="1"/>
          </p:cNvSpPr>
          <p:nvPr>
            <p:ph type="body" sz="quarter" idx="13"/>
          </p:nvPr>
        </p:nvSpPr>
        <p:spPr>
          <a:xfrm>
            <a:off x="1042524"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4" name="Text Placeholder 11"/>
          <p:cNvSpPr>
            <a:spLocks noGrp="1"/>
          </p:cNvSpPr>
          <p:nvPr>
            <p:ph type="body" sz="quarter" idx="14"/>
          </p:nvPr>
        </p:nvSpPr>
        <p:spPr>
          <a:xfrm>
            <a:off x="3627120"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5" name="Text Placeholder 11"/>
          <p:cNvSpPr>
            <a:spLocks noGrp="1"/>
          </p:cNvSpPr>
          <p:nvPr>
            <p:ph type="body" sz="quarter" idx="15"/>
          </p:nvPr>
        </p:nvSpPr>
        <p:spPr>
          <a:xfrm>
            <a:off x="3627120"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6" name="Text Placeholder 11"/>
          <p:cNvSpPr>
            <a:spLocks noGrp="1"/>
          </p:cNvSpPr>
          <p:nvPr>
            <p:ph type="body" sz="quarter" idx="16"/>
          </p:nvPr>
        </p:nvSpPr>
        <p:spPr>
          <a:xfrm>
            <a:off x="6096000"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7" name="Text Placeholder 11"/>
          <p:cNvSpPr>
            <a:spLocks noGrp="1"/>
          </p:cNvSpPr>
          <p:nvPr>
            <p:ph type="body" sz="quarter" idx="17"/>
          </p:nvPr>
        </p:nvSpPr>
        <p:spPr>
          <a:xfrm>
            <a:off x="6096000"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8" name="Text Placeholder 11"/>
          <p:cNvSpPr>
            <a:spLocks noGrp="1"/>
          </p:cNvSpPr>
          <p:nvPr>
            <p:ph type="body" sz="quarter" idx="18"/>
          </p:nvPr>
        </p:nvSpPr>
        <p:spPr>
          <a:xfrm>
            <a:off x="8724349"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9" name="Text Placeholder 11"/>
          <p:cNvSpPr>
            <a:spLocks noGrp="1"/>
          </p:cNvSpPr>
          <p:nvPr>
            <p:ph type="body" sz="quarter" idx="19"/>
          </p:nvPr>
        </p:nvSpPr>
        <p:spPr>
          <a:xfrm>
            <a:off x="8724349"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21" name="Picture Placeholder 20"/>
          <p:cNvSpPr>
            <a:spLocks noGrp="1"/>
          </p:cNvSpPr>
          <p:nvPr>
            <p:ph type="pic" sz="quarter" idx="20"/>
          </p:nvPr>
        </p:nvSpPr>
        <p:spPr>
          <a:xfrm>
            <a:off x="1399285"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2" name="Picture Placeholder 20"/>
          <p:cNvSpPr>
            <a:spLocks noGrp="1"/>
          </p:cNvSpPr>
          <p:nvPr>
            <p:ph type="pic" sz="quarter" idx="21"/>
          </p:nvPr>
        </p:nvSpPr>
        <p:spPr>
          <a:xfrm>
            <a:off x="394678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3" name="Picture Placeholder 20"/>
          <p:cNvSpPr>
            <a:spLocks noGrp="1"/>
          </p:cNvSpPr>
          <p:nvPr>
            <p:ph type="pic" sz="quarter" idx="22"/>
          </p:nvPr>
        </p:nvSpPr>
        <p:spPr>
          <a:xfrm>
            <a:off x="649871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4" name="Picture Placeholder 20"/>
          <p:cNvSpPr>
            <a:spLocks noGrp="1"/>
          </p:cNvSpPr>
          <p:nvPr>
            <p:ph type="pic" sz="quarter" idx="23"/>
          </p:nvPr>
        </p:nvSpPr>
        <p:spPr>
          <a:xfrm>
            <a:off x="908553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7" name="Footer Placeholder 2">
            <a:extLst>
              <a:ext uri="{FF2B5EF4-FFF2-40B4-BE49-F238E27FC236}">
                <a16:creationId xmlns:a16="http://schemas.microsoft.com/office/drawing/2014/main" id="{7A10F7BA-F56C-5F9D-1BA2-EED47C4974DC}"/>
              </a:ext>
            </a:extLst>
          </p:cNvPr>
          <p:cNvSpPr>
            <a:spLocks noGrp="1"/>
          </p:cNvSpPr>
          <p:nvPr>
            <p:ph type="ftr" sz="quarter" idx="24"/>
          </p:nvPr>
        </p:nvSpPr>
        <p:spPr/>
        <p:txBody>
          <a:bodyPr/>
          <a:lstStyle>
            <a:lvl1pPr>
              <a:defRPr/>
            </a:lvl1pPr>
          </a:lstStyle>
          <a:p>
            <a:endParaRPr lang="en-IN"/>
          </a:p>
        </p:txBody>
      </p:sp>
      <p:sp>
        <p:nvSpPr>
          <p:cNvPr id="8" name="Slide Number Placeholder 3">
            <a:extLst>
              <a:ext uri="{FF2B5EF4-FFF2-40B4-BE49-F238E27FC236}">
                <a16:creationId xmlns:a16="http://schemas.microsoft.com/office/drawing/2014/main" id="{1E70279A-EF7D-B41C-52AF-14082696546B}"/>
              </a:ext>
            </a:extLst>
          </p:cNvPr>
          <p:cNvSpPr>
            <a:spLocks noGrp="1"/>
          </p:cNvSpPr>
          <p:nvPr>
            <p:ph type="sldNum" sz="quarter" idx="25"/>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1390515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am x8">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AFB648E-18CF-13FC-D271-292BFB6E33C7}"/>
              </a:ext>
            </a:extLst>
          </p:cNvPr>
          <p:cNvSpPr/>
          <p:nvPr/>
        </p:nvSpPr>
        <p:spPr>
          <a:xfrm flipH="1">
            <a:off x="1704109" y="4055522"/>
            <a:ext cx="1231495" cy="1231496"/>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4" name="Oval 3">
            <a:extLst>
              <a:ext uri="{FF2B5EF4-FFF2-40B4-BE49-F238E27FC236}">
                <a16:creationId xmlns:a16="http://schemas.microsoft.com/office/drawing/2014/main" id="{16CC2011-DAA9-5FD3-E0C1-85B7C334FB31}"/>
              </a:ext>
            </a:extLst>
          </p:cNvPr>
          <p:cNvSpPr/>
          <p:nvPr/>
        </p:nvSpPr>
        <p:spPr>
          <a:xfrm flipH="1">
            <a:off x="4228382" y="1853643"/>
            <a:ext cx="1231495" cy="1231496"/>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Oval 4">
            <a:extLst>
              <a:ext uri="{FF2B5EF4-FFF2-40B4-BE49-F238E27FC236}">
                <a16:creationId xmlns:a16="http://schemas.microsoft.com/office/drawing/2014/main" id="{801E9224-E70C-13B5-FB83-D2C7692B07EC}"/>
              </a:ext>
            </a:extLst>
          </p:cNvPr>
          <p:cNvSpPr/>
          <p:nvPr/>
        </p:nvSpPr>
        <p:spPr>
          <a:xfrm flipH="1">
            <a:off x="6752657" y="4055275"/>
            <a:ext cx="1231495" cy="1231496"/>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Oval 5">
            <a:extLst>
              <a:ext uri="{FF2B5EF4-FFF2-40B4-BE49-F238E27FC236}">
                <a16:creationId xmlns:a16="http://schemas.microsoft.com/office/drawing/2014/main" id="{E51D1F19-2CD9-D125-8FF9-2323F95AB5B5}"/>
              </a:ext>
            </a:extLst>
          </p:cNvPr>
          <p:cNvSpPr/>
          <p:nvPr/>
        </p:nvSpPr>
        <p:spPr>
          <a:xfrm flipH="1">
            <a:off x="9280951" y="4066155"/>
            <a:ext cx="1231495" cy="1231496"/>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Oval 6">
            <a:extLst>
              <a:ext uri="{FF2B5EF4-FFF2-40B4-BE49-F238E27FC236}">
                <a16:creationId xmlns:a16="http://schemas.microsoft.com/office/drawing/2014/main" id="{4A4A7D51-658C-FF25-F29B-70C66BCB8DCF}"/>
              </a:ext>
            </a:extLst>
          </p:cNvPr>
          <p:cNvSpPr/>
          <p:nvPr/>
        </p:nvSpPr>
        <p:spPr>
          <a:xfrm flipH="1">
            <a:off x="4228382" y="4056367"/>
            <a:ext cx="1231495" cy="1231496"/>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Oval 7">
            <a:extLst>
              <a:ext uri="{FF2B5EF4-FFF2-40B4-BE49-F238E27FC236}">
                <a16:creationId xmlns:a16="http://schemas.microsoft.com/office/drawing/2014/main" id="{A6FF5C26-DE17-8EC2-C3C9-BAD1F46844F8}"/>
              </a:ext>
            </a:extLst>
          </p:cNvPr>
          <p:cNvSpPr/>
          <p:nvPr/>
        </p:nvSpPr>
        <p:spPr>
          <a:xfrm flipH="1">
            <a:off x="9276930" y="1861863"/>
            <a:ext cx="1231495" cy="1231496"/>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Oval 8">
            <a:extLst>
              <a:ext uri="{FF2B5EF4-FFF2-40B4-BE49-F238E27FC236}">
                <a16:creationId xmlns:a16="http://schemas.microsoft.com/office/drawing/2014/main" id="{4AD95DC3-9623-CEEF-BEFB-69409C415F18}"/>
              </a:ext>
            </a:extLst>
          </p:cNvPr>
          <p:cNvSpPr/>
          <p:nvPr/>
        </p:nvSpPr>
        <p:spPr>
          <a:xfrm flipH="1">
            <a:off x="6752657" y="1855810"/>
            <a:ext cx="1231495" cy="1231496"/>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Oval 9">
            <a:extLst>
              <a:ext uri="{FF2B5EF4-FFF2-40B4-BE49-F238E27FC236}">
                <a16:creationId xmlns:a16="http://schemas.microsoft.com/office/drawing/2014/main" id="{28644EEF-6B30-9BF1-E4A8-556476AB031C}"/>
              </a:ext>
            </a:extLst>
          </p:cNvPr>
          <p:cNvSpPr/>
          <p:nvPr/>
        </p:nvSpPr>
        <p:spPr>
          <a:xfrm flipH="1">
            <a:off x="1692045" y="1846019"/>
            <a:ext cx="1231495" cy="1231496"/>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656588" y="338328"/>
            <a:ext cx="8878824" cy="1069849"/>
          </a:xfrm>
        </p:spPr>
        <p:txBody>
          <a:bodyPr anchor="b"/>
          <a:lstStyle>
            <a:lvl1pPr algn="ctr">
              <a:defRPr/>
            </a:lvl1pPr>
          </a:lstStyle>
          <a:p>
            <a:r>
              <a:rPr lang="en-US"/>
              <a:t>Click to edit Master title style</a:t>
            </a:r>
          </a:p>
        </p:txBody>
      </p:sp>
      <p:sp>
        <p:nvSpPr>
          <p:cNvPr id="12" name="Text Placeholder 11"/>
          <p:cNvSpPr>
            <a:spLocks noGrp="1"/>
          </p:cNvSpPr>
          <p:nvPr>
            <p:ph type="body" sz="quarter" idx="12"/>
          </p:nvPr>
        </p:nvSpPr>
        <p:spPr>
          <a:xfrm>
            <a:off x="1176853"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3" name="Text Placeholder 11"/>
          <p:cNvSpPr>
            <a:spLocks noGrp="1"/>
          </p:cNvSpPr>
          <p:nvPr>
            <p:ph type="body" sz="quarter" idx="13"/>
          </p:nvPr>
        </p:nvSpPr>
        <p:spPr>
          <a:xfrm>
            <a:off x="1176853"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4" name="Text Placeholder 11"/>
          <p:cNvSpPr>
            <a:spLocks noGrp="1"/>
          </p:cNvSpPr>
          <p:nvPr>
            <p:ph type="body" sz="quarter" idx="14"/>
          </p:nvPr>
        </p:nvSpPr>
        <p:spPr>
          <a:xfrm>
            <a:off x="3701128"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5" name="Text Placeholder 11"/>
          <p:cNvSpPr>
            <a:spLocks noGrp="1"/>
          </p:cNvSpPr>
          <p:nvPr>
            <p:ph type="body" sz="quarter" idx="15"/>
          </p:nvPr>
        </p:nvSpPr>
        <p:spPr>
          <a:xfrm>
            <a:off x="3701128"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6" name="Text Placeholder 11"/>
          <p:cNvSpPr>
            <a:spLocks noGrp="1"/>
          </p:cNvSpPr>
          <p:nvPr>
            <p:ph type="body" sz="quarter" idx="16"/>
          </p:nvPr>
        </p:nvSpPr>
        <p:spPr>
          <a:xfrm>
            <a:off x="6225403"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7" name="Text Placeholder 11"/>
          <p:cNvSpPr>
            <a:spLocks noGrp="1"/>
          </p:cNvSpPr>
          <p:nvPr>
            <p:ph type="body" sz="quarter" idx="17"/>
          </p:nvPr>
        </p:nvSpPr>
        <p:spPr>
          <a:xfrm>
            <a:off x="6225403"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8" name="Text Placeholder 11"/>
          <p:cNvSpPr>
            <a:spLocks noGrp="1"/>
          </p:cNvSpPr>
          <p:nvPr>
            <p:ph type="body" sz="quarter" idx="18"/>
          </p:nvPr>
        </p:nvSpPr>
        <p:spPr>
          <a:xfrm>
            <a:off x="8749676"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9" name="Text Placeholder 11"/>
          <p:cNvSpPr>
            <a:spLocks noGrp="1"/>
          </p:cNvSpPr>
          <p:nvPr>
            <p:ph type="body" sz="quarter" idx="19"/>
          </p:nvPr>
        </p:nvSpPr>
        <p:spPr>
          <a:xfrm>
            <a:off x="8749676"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21" name="Picture Placeholder 20"/>
          <p:cNvSpPr>
            <a:spLocks noGrp="1"/>
          </p:cNvSpPr>
          <p:nvPr>
            <p:ph type="pic" sz="quarter" idx="20"/>
          </p:nvPr>
        </p:nvSpPr>
        <p:spPr>
          <a:xfrm>
            <a:off x="1782011"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2" name="Picture Placeholder 20"/>
          <p:cNvSpPr>
            <a:spLocks noGrp="1"/>
          </p:cNvSpPr>
          <p:nvPr>
            <p:ph type="pic" sz="quarter" idx="21"/>
          </p:nvPr>
        </p:nvSpPr>
        <p:spPr>
          <a:xfrm>
            <a:off x="4318348"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3" name="Picture Placeholder 20"/>
          <p:cNvSpPr>
            <a:spLocks noGrp="1"/>
          </p:cNvSpPr>
          <p:nvPr>
            <p:ph type="pic" sz="quarter" idx="22"/>
          </p:nvPr>
        </p:nvSpPr>
        <p:spPr>
          <a:xfrm>
            <a:off x="6842623"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4" name="Picture Placeholder 20"/>
          <p:cNvSpPr>
            <a:spLocks noGrp="1"/>
          </p:cNvSpPr>
          <p:nvPr>
            <p:ph type="pic" sz="quarter" idx="23"/>
          </p:nvPr>
        </p:nvSpPr>
        <p:spPr>
          <a:xfrm>
            <a:off x="9366896"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9" name="Picture Placeholder 20"/>
          <p:cNvSpPr>
            <a:spLocks noGrp="1"/>
          </p:cNvSpPr>
          <p:nvPr>
            <p:ph type="pic" sz="quarter" idx="24"/>
          </p:nvPr>
        </p:nvSpPr>
        <p:spPr>
          <a:xfrm>
            <a:off x="1794073" y="4145489"/>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0" name="Picture Placeholder 20"/>
          <p:cNvSpPr>
            <a:spLocks noGrp="1"/>
          </p:cNvSpPr>
          <p:nvPr>
            <p:ph type="pic" sz="quarter" idx="25"/>
          </p:nvPr>
        </p:nvSpPr>
        <p:spPr>
          <a:xfrm>
            <a:off x="4318348" y="414633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1" name="Picture Placeholder 20"/>
          <p:cNvSpPr>
            <a:spLocks noGrp="1"/>
          </p:cNvSpPr>
          <p:nvPr>
            <p:ph type="pic" sz="quarter" idx="26"/>
          </p:nvPr>
        </p:nvSpPr>
        <p:spPr>
          <a:xfrm>
            <a:off x="6842623" y="414524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2" name="Picture Placeholder 20"/>
          <p:cNvSpPr>
            <a:spLocks noGrp="1"/>
          </p:cNvSpPr>
          <p:nvPr>
            <p:ph type="pic" sz="quarter" idx="27"/>
          </p:nvPr>
        </p:nvSpPr>
        <p:spPr>
          <a:xfrm>
            <a:off x="9370917" y="415612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3" name="Text Placeholder 11"/>
          <p:cNvSpPr>
            <a:spLocks noGrp="1"/>
          </p:cNvSpPr>
          <p:nvPr>
            <p:ph type="body" sz="quarter" idx="28"/>
          </p:nvPr>
        </p:nvSpPr>
        <p:spPr>
          <a:xfrm>
            <a:off x="1176853"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4" name="Text Placeholder 11"/>
          <p:cNvSpPr>
            <a:spLocks noGrp="1"/>
          </p:cNvSpPr>
          <p:nvPr>
            <p:ph type="body" sz="quarter" idx="29"/>
          </p:nvPr>
        </p:nvSpPr>
        <p:spPr>
          <a:xfrm>
            <a:off x="1176853"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5" name="Text Placeholder 11"/>
          <p:cNvSpPr>
            <a:spLocks noGrp="1"/>
          </p:cNvSpPr>
          <p:nvPr>
            <p:ph type="body" sz="quarter" idx="30"/>
          </p:nvPr>
        </p:nvSpPr>
        <p:spPr>
          <a:xfrm>
            <a:off x="3701128"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6" name="Text Placeholder 11"/>
          <p:cNvSpPr>
            <a:spLocks noGrp="1"/>
          </p:cNvSpPr>
          <p:nvPr>
            <p:ph type="body" sz="quarter" idx="31"/>
          </p:nvPr>
        </p:nvSpPr>
        <p:spPr>
          <a:xfrm>
            <a:off x="3701128"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7" name="Text Placeholder 11"/>
          <p:cNvSpPr>
            <a:spLocks noGrp="1"/>
          </p:cNvSpPr>
          <p:nvPr>
            <p:ph type="body" sz="quarter" idx="32"/>
          </p:nvPr>
        </p:nvSpPr>
        <p:spPr>
          <a:xfrm>
            <a:off x="6225403"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8" name="Text Placeholder 11"/>
          <p:cNvSpPr>
            <a:spLocks noGrp="1"/>
          </p:cNvSpPr>
          <p:nvPr>
            <p:ph type="body" sz="quarter" idx="33"/>
          </p:nvPr>
        </p:nvSpPr>
        <p:spPr>
          <a:xfrm>
            <a:off x="6225403"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9" name="Text Placeholder 11"/>
          <p:cNvSpPr>
            <a:spLocks noGrp="1"/>
          </p:cNvSpPr>
          <p:nvPr>
            <p:ph type="body" sz="quarter" idx="34"/>
          </p:nvPr>
        </p:nvSpPr>
        <p:spPr>
          <a:xfrm>
            <a:off x="8749676"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40" name="Text Placeholder 11"/>
          <p:cNvSpPr>
            <a:spLocks noGrp="1"/>
          </p:cNvSpPr>
          <p:nvPr>
            <p:ph type="body" sz="quarter" idx="35"/>
          </p:nvPr>
        </p:nvSpPr>
        <p:spPr>
          <a:xfrm>
            <a:off x="8749676"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1" name="Footer Placeholder 2">
            <a:extLst>
              <a:ext uri="{FF2B5EF4-FFF2-40B4-BE49-F238E27FC236}">
                <a16:creationId xmlns:a16="http://schemas.microsoft.com/office/drawing/2014/main" id="{D32EBCBF-1C33-05EA-D13E-81D6B5B125BD}"/>
              </a:ext>
            </a:extLst>
          </p:cNvPr>
          <p:cNvSpPr>
            <a:spLocks noGrp="1"/>
          </p:cNvSpPr>
          <p:nvPr>
            <p:ph type="ftr" sz="quarter" idx="36"/>
          </p:nvPr>
        </p:nvSpPr>
        <p:spPr/>
        <p:txBody>
          <a:bodyPr/>
          <a:lstStyle>
            <a:lvl1pPr>
              <a:defRPr/>
            </a:lvl1pPr>
          </a:lstStyle>
          <a:p>
            <a:endParaRPr lang="en-IN"/>
          </a:p>
        </p:txBody>
      </p:sp>
      <p:sp>
        <p:nvSpPr>
          <p:cNvPr id="20" name="Slide Number Placeholder 3">
            <a:extLst>
              <a:ext uri="{FF2B5EF4-FFF2-40B4-BE49-F238E27FC236}">
                <a16:creationId xmlns:a16="http://schemas.microsoft.com/office/drawing/2014/main" id="{CFFE7A96-6132-5671-606C-EF021084330A}"/>
              </a:ext>
            </a:extLst>
          </p:cNvPr>
          <p:cNvSpPr>
            <a:spLocks noGrp="1"/>
          </p:cNvSpPr>
          <p:nvPr>
            <p:ph type="sldNum" sz="quarter" idx="37"/>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4264531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8C5B6855-7921-CE88-0474-8BA12502A562}"/>
              </a:ext>
            </a:extLst>
          </p:cNvPr>
          <p:cNvSpPr/>
          <p:nvPr/>
        </p:nvSpPr>
        <p:spPr>
          <a:xfrm>
            <a:off x="1" y="3079990"/>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5" name="Freeform: Shape 4">
            <a:extLst>
              <a:ext uri="{FF2B5EF4-FFF2-40B4-BE49-F238E27FC236}">
                <a16:creationId xmlns:a16="http://schemas.microsoft.com/office/drawing/2014/main" id="{426A440A-074F-CBB9-7D19-294EF8C9316B}"/>
              </a:ext>
            </a:extLst>
          </p:cNvPr>
          <p:cNvSpPr/>
          <p:nvPr/>
        </p:nvSpPr>
        <p:spPr>
          <a:xfrm>
            <a:off x="1" y="1"/>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6" name="Freeform: Shape 5">
            <a:extLst>
              <a:ext uri="{FF2B5EF4-FFF2-40B4-BE49-F238E27FC236}">
                <a16:creationId xmlns:a16="http://schemas.microsoft.com/office/drawing/2014/main" id="{891C5467-DDB4-FEE3-D5FD-CB15D2C39427}"/>
              </a:ext>
            </a:extLst>
          </p:cNvPr>
          <p:cNvSpPr/>
          <p:nvPr/>
        </p:nvSpPr>
        <p:spPr>
          <a:xfrm>
            <a:off x="10269565" y="1"/>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7" name="Freeform: Shape 6">
            <a:extLst>
              <a:ext uri="{FF2B5EF4-FFF2-40B4-BE49-F238E27FC236}">
                <a16:creationId xmlns:a16="http://schemas.microsoft.com/office/drawing/2014/main" id="{83BAE699-A7B6-D670-F084-8D339FE5E495}"/>
              </a:ext>
            </a:extLst>
          </p:cNvPr>
          <p:cNvSpPr/>
          <p:nvPr/>
        </p:nvSpPr>
        <p:spPr>
          <a:xfrm>
            <a:off x="10860618" y="0"/>
            <a:ext cx="1331383" cy="308863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8" name="glass card">
            <a:extLst>
              <a:ext uri="{FF2B5EF4-FFF2-40B4-BE49-F238E27FC236}">
                <a16:creationId xmlns:a16="http://schemas.microsoft.com/office/drawing/2014/main" id="{993214A4-A05E-C501-9D23-7D2C379BA614}"/>
              </a:ext>
            </a:extLst>
          </p:cNvPr>
          <p:cNvSpPr/>
          <p:nvPr/>
        </p:nvSpPr>
        <p:spPr>
          <a:xfrm>
            <a:off x="1474385" y="1005155"/>
            <a:ext cx="9243233" cy="4978749"/>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280" eaLnBrk="1" fontAlgn="auto" hangingPunct="1">
              <a:spcBef>
                <a:spcPts val="0"/>
              </a:spcBef>
              <a:spcAft>
                <a:spcPts val="0"/>
              </a:spcAft>
              <a:defRPr/>
            </a:pPr>
            <a:endParaRPr lang="en-US" sz="1798" dirty="0">
              <a:solidFill>
                <a:prstClr val="white"/>
              </a:solidFill>
              <a:latin typeface="Calibri" panose="020F0502020204030204"/>
            </a:endParaRPr>
          </a:p>
        </p:txBody>
      </p:sp>
      <p:cxnSp>
        <p:nvCxnSpPr>
          <p:cNvPr id="9" name="Straight Connector 8">
            <a:extLst>
              <a:ext uri="{FF2B5EF4-FFF2-40B4-BE49-F238E27FC236}">
                <a16:creationId xmlns:a16="http://schemas.microsoft.com/office/drawing/2014/main" id="{7E372BD4-6285-821F-E239-E57ADC117A4F}"/>
              </a:ext>
            </a:extLst>
          </p:cNvPr>
          <p:cNvCxnSpPr>
            <a:cxnSpLocks/>
          </p:cNvCxnSpPr>
          <p:nvPr/>
        </p:nvCxnSpPr>
        <p:spPr>
          <a:xfrm rot="5400000">
            <a:off x="6115051" y="2597155"/>
            <a:ext cx="0" cy="165523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0E07D5DD-207B-3389-7842-B51B77BA545C}"/>
              </a:ext>
            </a:extLst>
          </p:cNvPr>
          <p:cNvSpPr/>
          <p:nvPr/>
        </p:nvSpPr>
        <p:spPr>
          <a:xfrm>
            <a:off x="2" y="0"/>
            <a:ext cx="2862855" cy="1527697"/>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11" name="Freeform: Shape 10">
            <a:extLst>
              <a:ext uri="{FF2B5EF4-FFF2-40B4-BE49-F238E27FC236}">
                <a16:creationId xmlns:a16="http://schemas.microsoft.com/office/drawing/2014/main" id="{50F968A1-EF6D-0255-76E2-7C79CCC506AF}"/>
              </a:ext>
            </a:extLst>
          </p:cNvPr>
          <p:cNvSpPr/>
          <p:nvPr/>
        </p:nvSpPr>
        <p:spPr>
          <a:xfrm>
            <a:off x="3" y="4761091"/>
            <a:ext cx="3131151" cy="2096909"/>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2" name="Title 1"/>
          <p:cNvSpPr>
            <a:spLocks noGrp="1"/>
          </p:cNvSpPr>
          <p:nvPr>
            <p:ph type="ctrTitle"/>
          </p:nvPr>
        </p:nvSpPr>
        <p:spPr>
          <a:xfrm>
            <a:off x="2228088" y="2157984"/>
            <a:ext cx="7735824" cy="1069849"/>
          </a:xfrm>
        </p:spPr>
        <p:txBody>
          <a:bodyPr anchor="b"/>
          <a:lstStyle>
            <a:lvl1pPr algn="ctr">
              <a:defRPr sz="3995"/>
            </a:lvl1pPr>
          </a:lstStyle>
          <a:p>
            <a:r>
              <a:rPr lang="en-US"/>
              <a:t>Click to edit Master title style</a:t>
            </a:r>
            <a:endParaRPr lang="en-US" dirty="0"/>
          </a:p>
        </p:txBody>
      </p:sp>
      <p:sp>
        <p:nvSpPr>
          <p:cNvPr id="3" name="Subtitle 2"/>
          <p:cNvSpPr>
            <a:spLocks noGrp="1"/>
          </p:cNvSpPr>
          <p:nvPr>
            <p:ph type="subTitle" idx="1"/>
          </p:nvPr>
        </p:nvSpPr>
        <p:spPr>
          <a:xfrm>
            <a:off x="2228088" y="3685032"/>
            <a:ext cx="7735824" cy="1133856"/>
          </a:xfrm>
        </p:spPr>
        <p:txBody>
          <a:bodyPr/>
          <a:lstStyle>
            <a:lvl1pPr marL="0" indent="0" algn="ctr">
              <a:lnSpc>
                <a:spcPct val="100000"/>
              </a:lnSpc>
              <a:buNone/>
              <a:defRPr sz="17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1746003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4" name="Freeform 14">
            <a:extLst>
              <a:ext uri="{FF2B5EF4-FFF2-40B4-BE49-F238E27FC236}">
                <a16:creationId xmlns:a16="http://schemas.microsoft.com/office/drawing/2014/main" id="{266E7FE0-05D9-9D59-19FF-90B705CF0778}"/>
              </a:ext>
            </a:extLst>
          </p:cNvPr>
          <p:cNvSpPr/>
          <p:nvPr/>
        </p:nvSpPr>
        <p:spPr>
          <a:xfrm rot="5400000" flipH="1" flipV="1">
            <a:off x="-1248833" y="1248834"/>
            <a:ext cx="6858000" cy="4360333"/>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16">
            <a:extLst>
              <a:ext uri="{FF2B5EF4-FFF2-40B4-BE49-F238E27FC236}">
                <a16:creationId xmlns:a16="http://schemas.microsoft.com/office/drawing/2014/main" id="{08C86D1A-297B-3723-5FA8-C2BCB400A876}"/>
              </a:ext>
            </a:extLst>
          </p:cNvPr>
          <p:cNvSpPr/>
          <p:nvPr/>
        </p:nvSpPr>
        <p:spPr>
          <a:xfrm rot="16200000" flipH="1">
            <a:off x="-952024" y="952026"/>
            <a:ext cx="6858000" cy="4953951"/>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17">
            <a:extLst>
              <a:ext uri="{FF2B5EF4-FFF2-40B4-BE49-F238E27FC236}">
                <a16:creationId xmlns:a16="http://schemas.microsoft.com/office/drawing/2014/main" id="{7ED9AC7C-2CA8-0242-8000-0A1540B606BC}"/>
              </a:ext>
            </a:extLst>
          </p:cNvPr>
          <p:cNvSpPr/>
          <p:nvPr/>
        </p:nvSpPr>
        <p:spPr>
          <a:xfrm rot="16200000" flipH="1">
            <a:off x="-1513891" y="1513892"/>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7" name="Straight Connector 6">
            <a:extLst>
              <a:ext uri="{FF2B5EF4-FFF2-40B4-BE49-F238E27FC236}">
                <a16:creationId xmlns:a16="http://schemas.microsoft.com/office/drawing/2014/main" id="{4334D594-DFBA-58B4-0401-5A8CA6319EB5}"/>
              </a:ext>
            </a:extLst>
          </p:cNvPr>
          <p:cNvCxnSpPr>
            <a:cxnSpLocks/>
          </p:cNvCxnSpPr>
          <p:nvPr/>
        </p:nvCxnSpPr>
        <p:spPr>
          <a:xfrm rot="5400000">
            <a:off x="7545917" y="2275819"/>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592824" y="1856233"/>
            <a:ext cx="4718304" cy="1069849"/>
          </a:xfrm>
        </p:spPr>
        <p:txBody>
          <a:bodyPr anchor="b"/>
          <a:lstStyle>
            <a:lvl1pPr>
              <a:defRPr sz="4794"/>
            </a:lvl1pPr>
          </a:lstStyle>
          <a:p>
            <a:r>
              <a:rPr lang="en-US"/>
              <a:t>Click to edit Master title style</a:t>
            </a:r>
            <a:endParaRPr lang="en-US" dirty="0"/>
          </a:p>
        </p:txBody>
      </p:sp>
      <p:sp>
        <p:nvSpPr>
          <p:cNvPr id="3" name="Text Placeholder 2"/>
          <p:cNvSpPr>
            <a:spLocks noGrp="1"/>
          </p:cNvSpPr>
          <p:nvPr>
            <p:ph type="body" idx="1"/>
          </p:nvPr>
        </p:nvSpPr>
        <p:spPr>
          <a:xfrm>
            <a:off x="6601968" y="3374136"/>
            <a:ext cx="4709160" cy="2395728"/>
          </a:xfrm>
        </p:spPr>
        <p:txBody>
          <a:bodyPr/>
          <a:lstStyle>
            <a:lvl1pPr marL="0" indent="0">
              <a:buNone/>
              <a:defRPr sz="2397">
                <a:solidFill>
                  <a:schemeClr val="bg1"/>
                </a:solidFill>
              </a:defRPr>
            </a:lvl1pPr>
            <a:lvl2pPr marL="456640" indent="0">
              <a:buNone/>
              <a:defRPr sz="1998">
                <a:solidFill>
                  <a:schemeClr val="tx1">
                    <a:tint val="75000"/>
                  </a:schemeClr>
                </a:solidFill>
              </a:defRPr>
            </a:lvl2pPr>
            <a:lvl3pPr marL="913280" indent="0">
              <a:buNone/>
              <a:defRPr sz="1798">
                <a:solidFill>
                  <a:schemeClr val="tx1">
                    <a:tint val="75000"/>
                  </a:schemeClr>
                </a:solidFill>
              </a:defRPr>
            </a:lvl3pPr>
            <a:lvl4pPr marL="1369920" indent="0">
              <a:buNone/>
              <a:defRPr sz="1598">
                <a:solidFill>
                  <a:schemeClr val="tx1">
                    <a:tint val="75000"/>
                  </a:schemeClr>
                </a:solidFill>
              </a:defRPr>
            </a:lvl4pPr>
            <a:lvl5pPr marL="1826560" indent="0">
              <a:buNone/>
              <a:defRPr sz="1598">
                <a:solidFill>
                  <a:schemeClr val="tx1">
                    <a:tint val="75000"/>
                  </a:schemeClr>
                </a:solidFill>
              </a:defRPr>
            </a:lvl5pPr>
            <a:lvl6pPr marL="2283200" indent="0">
              <a:buNone/>
              <a:defRPr sz="1598">
                <a:solidFill>
                  <a:schemeClr val="tx1">
                    <a:tint val="75000"/>
                  </a:schemeClr>
                </a:solidFill>
              </a:defRPr>
            </a:lvl6pPr>
            <a:lvl7pPr marL="2739840" indent="0">
              <a:buNone/>
              <a:defRPr sz="1598">
                <a:solidFill>
                  <a:schemeClr val="tx1">
                    <a:tint val="75000"/>
                  </a:schemeClr>
                </a:solidFill>
              </a:defRPr>
            </a:lvl7pPr>
            <a:lvl8pPr marL="3196480" indent="0">
              <a:buNone/>
              <a:defRPr sz="1598">
                <a:solidFill>
                  <a:schemeClr val="tx1">
                    <a:tint val="75000"/>
                  </a:schemeClr>
                </a:solidFill>
              </a:defRPr>
            </a:lvl8pPr>
            <a:lvl9pPr marL="3653119" indent="0">
              <a:buNone/>
              <a:defRPr sz="1598">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023832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95"/>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319CB6BC-CF6B-A78A-A529-526F15ED3DC1}"/>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66F957D1-09D2-445A-F8F2-16DEA5531412}"/>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242702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D8CFD2F1-D555-5CA2-F69D-B750CA877AFD}"/>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4" name="Footer Placeholder 4">
            <a:extLst>
              <a:ext uri="{FF2B5EF4-FFF2-40B4-BE49-F238E27FC236}">
                <a16:creationId xmlns:a16="http://schemas.microsoft.com/office/drawing/2014/main" id="{EC585845-3A2B-AC88-74A2-56817ADEB80B}"/>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1795284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7EE4860-A601-5974-E3F3-2DB25A638FD8}"/>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3" name="Footer Placeholder 4">
            <a:extLst>
              <a:ext uri="{FF2B5EF4-FFF2-40B4-BE49-F238E27FC236}">
                <a16:creationId xmlns:a16="http://schemas.microsoft.com/office/drawing/2014/main" id="{E59F04BA-340C-2027-D6A1-6DCE930F8102}"/>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653236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196"/>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196"/>
            </a:lvl1pPr>
            <a:lvl2pPr>
              <a:defRPr sz="2797"/>
            </a:lvl2pPr>
            <a:lvl3pPr>
              <a:defRPr sz="2397"/>
            </a:lvl3pPr>
            <a:lvl4pPr>
              <a:defRPr sz="1998"/>
            </a:lvl4pPr>
            <a:lvl5pPr>
              <a:defRPr sz="1998"/>
            </a:lvl5pPr>
            <a:lvl6pPr>
              <a:defRPr sz="1998"/>
            </a:lvl6pPr>
            <a:lvl7pPr>
              <a:defRPr sz="1998"/>
            </a:lvl7pPr>
            <a:lvl8pPr>
              <a:defRPr sz="1998"/>
            </a:lvl8pPr>
            <a:lvl9pPr>
              <a:defRPr sz="19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598"/>
            </a:lvl1pPr>
            <a:lvl2pPr marL="456640" indent="0">
              <a:buNone/>
              <a:defRPr sz="1398"/>
            </a:lvl2pPr>
            <a:lvl3pPr marL="913280" indent="0">
              <a:buNone/>
              <a:defRPr sz="1199"/>
            </a:lvl3pPr>
            <a:lvl4pPr marL="1369920" indent="0">
              <a:buNone/>
              <a:defRPr sz="999"/>
            </a:lvl4pPr>
            <a:lvl5pPr marL="1826560" indent="0">
              <a:buNone/>
              <a:defRPr sz="999"/>
            </a:lvl5pPr>
            <a:lvl6pPr marL="2283200" indent="0">
              <a:buNone/>
              <a:defRPr sz="999"/>
            </a:lvl6pPr>
            <a:lvl7pPr marL="2739840" indent="0">
              <a:buNone/>
              <a:defRPr sz="999"/>
            </a:lvl7pPr>
            <a:lvl8pPr marL="3196480" indent="0">
              <a:buNone/>
              <a:defRPr sz="999"/>
            </a:lvl8pPr>
            <a:lvl9pPr marL="3653119" indent="0">
              <a:buNone/>
              <a:defRPr sz="999"/>
            </a:lvl9pPr>
          </a:lstStyle>
          <a:p>
            <a:pPr lvl="0"/>
            <a:r>
              <a:rPr lang="en-US"/>
              <a:t>Click to edit Master text styles</a:t>
            </a:r>
          </a:p>
        </p:txBody>
      </p:sp>
      <p:sp>
        <p:nvSpPr>
          <p:cNvPr id="5" name="Slide Number Placeholder 5">
            <a:extLst>
              <a:ext uri="{FF2B5EF4-FFF2-40B4-BE49-F238E27FC236}">
                <a16:creationId xmlns:a16="http://schemas.microsoft.com/office/drawing/2014/main" id="{2584EE7D-0E26-163E-2882-BAF205A3B062}"/>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92CFEC9B-0FBC-2967-AC4A-6F5CA4FE1FB5}"/>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872103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196"/>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rtlCol="0">
            <a:noAutofit/>
          </a:bodyPr>
          <a:lstStyle>
            <a:lvl1pPr marL="0" indent="0">
              <a:buNone/>
              <a:defRPr sz="3196"/>
            </a:lvl1pPr>
            <a:lvl2pPr marL="456640" indent="0">
              <a:buNone/>
              <a:defRPr sz="2797"/>
            </a:lvl2pPr>
            <a:lvl3pPr marL="913280" indent="0">
              <a:buNone/>
              <a:defRPr sz="2397"/>
            </a:lvl3pPr>
            <a:lvl4pPr marL="1369920" indent="0">
              <a:buNone/>
              <a:defRPr sz="1998"/>
            </a:lvl4pPr>
            <a:lvl5pPr marL="1826560" indent="0">
              <a:buNone/>
              <a:defRPr sz="1998"/>
            </a:lvl5pPr>
            <a:lvl6pPr marL="2283200" indent="0">
              <a:buNone/>
              <a:defRPr sz="1998"/>
            </a:lvl6pPr>
            <a:lvl7pPr marL="2739840" indent="0">
              <a:buNone/>
              <a:defRPr sz="1998"/>
            </a:lvl7pPr>
            <a:lvl8pPr marL="3196480" indent="0">
              <a:buNone/>
              <a:defRPr sz="1998"/>
            </a:lvl8pPr>
            <a:lvl9pPr marL="3653119" indent="0">
              <a:buNone/>
              <a:defRPr sz="1998"/>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598"/>
            </a:lvl1pPr>
            <a:lvl2pPr marL="456640" indent="0">
              <a:buNone/>
              <a:defRPr sz="1398"/>
            </a:lvl2pPr>
            <a:lvl3pPr marL="913280" indent="0">
              <a:buNone/>
              <a:defRPr sz="1199"/>
            </a:lvl3pPr>
            <a:lvl4pPr marL="1369920" indent="0">
              <a:buNone/>
              <a:defRPr sz="999"/>
            </a:lvl4pPr>
            <a:lvl5pPr marL="1826560" indent="0">
              <a:buNone/>
              <a:defRPr sz="999"/>
            </a:lvl5pPr>
            <a:lvl6pPr marL="2283200" indent="0">
              <a:buNone/>
              <a:defRPr sz="999"/>
            </a:lvl6pPr>
            <a:lvl7pPr marL="2739840" indent="0">
              <a:buNone/>
              <a:defRPr sz="999"/>
            </a:lvl7pPr>
            <a:lvl8pPr marL="3196480" indent="0">
              <a:buNone/>
              <a:defRPr sz="999"/>
            </a:lvl8pPr>
            <a:lvl9pPr marL="3653119" indent="0">
              <a:buNone/>
              <a:defRPr sz="999"/>
            </a:lvl9pPr>
          </a:lstStyle>
          <a:p>
            <a:pPr lvl="0"/>
            <a:r>
              <a:rPr lang="en-US"/>
              <a:t>Click to edit Master text styles</a:t>
            </a:r>
          </a:p>
        </p:txBody>
      </p:sp>
      <p:sp>
        <p:nvSpPr>
          <p:cNvPr id="5" name="Slide Number Placeholder 5">
            <a:extLst>
              <a:ext uri="{FF2B5EF4-FFF2-40B4-BE49-F238E27FC236}">
                <a16:creationId xmlns:a16="http://schemas.microsoft.com/office/drawing/2014/main" id="{66C48A65-4C38-3FAB-E4FE-A7149E644C79}"/>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3CF5C47C-E7D2-E24F-1325-1C9387613E80}"/>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07385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397" b="1" i="0">
                <a:solidFill>
                  <a:schemeClr val="bg1"/>
                </a:solidFill>
                <a:latin typeface="Arial"/>
                <a:cs typeface="Arial"/>
              </a:defRPr>
            </a:lvl1pPr>
          </a:lstStyle>
          <a:p>
            <a:r>
              <a:rPr lang="en-US"/>
              <a:t>Click to edit Master title style</a:t>
            </a:r>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pPr lvl="0"/>
            <a:r>
              <a:rPr lang="en-US"/>
              <a:t>Click to edit Master text styles</a:t>
            </a:r>
          </a:p>
        </p:txBody>
      </p:sp>
      <p:sp>
        <p:nvSpPr>
          <p:cNvPr id="5" name="Holder 4">
            <a:extLst>
              <a:ext uri="{FF2B5EF4-FFF2-40B4-BE49-F238E27FC236}">
                <a16:creationId xmlns:a16="http://schemas.microsoft.com/office/drawing/2014/main" id="{1CDBA5BD-5098-FEE4-795F-EF55F02AE120}"/>
              </a:ext>
            </a:extLst>
          </p:cNvPr>
          <p:cNvSpPr>
            <a:spLocks noGrp="1" noChangeArrowheads="1"/>
          </p:cNvSpPr>
          <p:nvPr>
            <p:ph type="ftr" sz="quarter" idx="10"/>
          </p:nvPr>
        </p:nvSpPr>
        <p:spPr/>
        <p:txBody>
          <a:bodyPr/>
          <a:lstStyle>
            <a:lvl1pPr>
              <a:defRPr/>
            </a:lvl1pPr>
          </a:lstStyle>
          <a:p>
            <a:endParaRPr lang="en-IN"/>
          </a:p>
        </p:txBody>
      </p:sp>
      <p:sp>
        <p:nvSpPr>
          <p:cNvPr id="6" name="Holder 5">
            <a:extLst>
              <a:ext uri="{FF2B5EF4-FFF2-40B4-BE49-F238E27FC236}">
                <a16:creationId xmlns:a16="http://schemas.microsoft.com/office/drawing/2014/main" id="{EEECF951-404E-0276-C2A7-0F4DD1C90E29}"/>
              </a:ext>
            </a:extLst>
          </p:cNvPr>
          <p:cNvSpPr>
            <a:spLocks noGrp="1" noChangeArrowheads="1"/>
          </p:cNvSpPr>
          <p:nvPr>
            <p:ph type="dt" sz="half" idx="11"/>
          </p:nvPr>
        </p:nvSpPr>
        <p:spPr>
          <a:xfrm>
            <a:off x="0" y="0"/>
            <a:ext cx="0" cy="0"/>
          </a:xfrm>
        </p:spPr>
        <p:txBody>
          <a:bodyPr/>
          <a:lstStyle>
            <a:lvl1pPr eaLnBrk="1" fontAlgn="auto" hangingPunct="1">
              <a:spcBef>
                <a:spcPts val="0"/>
              </a:spcBef>
              <a:spcAft>
                <a:spcPts val="0"/>
              </a:spcAft>
              <a:defRPr>
                <a:latin typeface="+mn-lt"/>
              </a:defRPr>
            </a:lvl1pPr>
          </a:lstStyle>
          <a:p>
            <a:fld id="{5CDF66B8-8067-4DFC-AFA4-30F719BFB2AA}" type="datetimeFigureOut">
              <a:rPr lang="en-IN" smtClean="0"/>
              <a:t>09-10-2025</a:t>
            </a:fld>
            <a:endParaRPr lang="en-IN"/>
          </a:p>
        </p:txBody>
      </p:sp>
      <p:sp>
        <p:nvSpPr>
          <p:cNvPr id="7" name="Holder 6">
            <a:extLst>
              <a:ext uri="{FF2B5EF4-FFF2-40B4-BE49-F238E27FC236}">
                <a16:creationId xmlns:a16="http://schemas.microsoft.com/office/drawing/2014/main" id="{C15E13A1-FC77-59B3-81FE-71BF4ED31866}"/>
              </a:ext>
            </a:extLst>
          </p:cNvPr>
          <p:cNvSpPr>
            <a:spLocks noGrp="1" noChangeArrowheads="1"/>
          </p:cNvSpPr>
          <p:nvPr>
            <p:ph type="sldNum" sz="quarter" idx="12"/>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1538981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0285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F99696-8335-477E-7D6F-EC34C0903F30}"/>
              </a:ext>
            </a:extLst>
          </p:cNvPr>
          <p:cNvSpPr>
            <a:spLocks noGrp="1"/>
          </p:cNvSpPr>
          <p:nvPr>
            <p:ph type="title"/>
          </p:nvPr>
        </p:nvSpPr>
        <p:spPr>
          <a:xfrm>
            <a:off x="850900" y="832939"/>
            <a:ext cx="10881784" cy="10697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979D2964-7334-DB98-8AD5-B14D7E85F1AC}"/>
              </a:ext>
            </a:extLst>
          </p:cNvPr>
          <p:cNvSpPr>
            <a:spLocks noGrp="1" noChangeArrowheads="1"/>
          </p:cNvSpPr>
          <p:nvPr>
            <p:ph type="body" idx="1"/>
          </p:nvPr>
        </p:nvSpPr>
        <p:spPr bwMode="auto">
          <a:xfrm>
            <a:off x="1016000" y="2213419"/>
            <a:ext cx="10331451" cy="354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a:extLst>
              <a:ext uri="{FF2B5EF4-FFF2-40B4-BE49-F238E27FC236}">
                <a16:creationId xmlns:a16="http://schemas.microsoft.com/office/drawing/2014/main" id="{8E592220-7C80-4A5B-84CD-538807B3F062}"/>
              </a:ext>
            </a:extLst>
          </p:cNvPr>
          <p:cNvSpPr>
            <a:spLocks noGrp="1"/>
          </p:cNvSpPr>
          <p:nvPr>
            <p:ph type="sldNum" sz="quarter" idx="4"/>
          </p:nvPr>
        </p:nvSpPr>
        <p:spPr>
          <a:xfrm>
            <a:off x="330201" y="412242"/>
            <a:ext cx="520700" cy="310766"/>
          </a:xfrm>
          <a:prstGeom prst="rect">
            <a:avLst/>
          </a:prstGeom>
        </p:spPr>
        <p:txBody>
          <a:bodyPr vert="horz" lIns="91440" tIns="45720" rIns="91440" bIns="45720" rtlCol="0" anchor="ctr">
            <a:noAutofit/>
          </a:bodyPr>
          <a:lstStyle>
            <a:lvl1pPr algn="ctr" eaLnBrk="1" fontAlgn="auto" hangingPunct="1">
              <a:spcBef>
                <a:spcPts val="0"/>
              </a:spcBef>
              <a:spcAft>
                <a:spcPts val="0"/>
              </a:spcAft>
              <a:defRPr sz="1199" b="0" i="0">
                <a:solidFill>
                  <a:schemeClr val="bg1"/>
                </a:solidFill>
                <a:latin typeface="+mn-lt"/>
                <a:cs typeface="Segoe UI Light" panose="020B0502040204020203" pitchFamily="34" charset="0"/>
              </a:defRPr>
            </a:lvl1pPr>
          </a:lstStyle>
          <a:p>
            <a:fld id="{E796E086-367E-4F2A-87A9-BEEF8DB8FC30}" type="slidenum">
              <a:rPr lang="en-IN" smtClean="0"/>
              <a:t>‹#›</a:t>
            </a:fld>
            <a:endParaRPr lang="en-IN"/>
          </a:p>
        </p:txBody>
      </p:sp>
      <p:sp>
        <p:nvSpPr>
          <p:cNvPr id="5" name="Footer Placeholder 4">
            <a:extLst>
              <a:ext uri="{FF2B5EF4-FFF2-40B4-BE49-F238E27FC236}">
                <a16:creationId xmlns:a16="http://schemas.microsoft.com/office/drawing/2014/main" id="{1A88EFDC-E545-C2F1-20BD-80A99FB462FE}"/>
              </a:ext>
            </a:extLst>
          </p:cNvPr>
          <p:cNvSpPr>
            <a:spLocks noGrp="1"/>
          </p:cNvSpPr>
          <p:nvPr>
            <p:ph type="ftr" sz="quarter" idx="3"/>
          </p:nvPr>
        </p:nvSpPr>
        <p:spPr>
          <a:xfrm>
            <a:off x="465667" y="6189959"/>
            <a:ext cx="2332567" cy="274827"/>
          </a:xfrm>
          <a:prstGeom prst="rect">
            <a:avLst/>
          </a:prstGeom>
        </p:spPr>
        <p:txBody>
          <a:bodyPr vert="horz" lIns="91440" tIns="45720" rIns="91440" bIns="45720" rtlCol="0" anchor="ctr">
            <a:noAutofit/>
          </a:bodyPr>
          <a:lstStyle>
            <a:lvl1pPr algn="l" eaLnBrk="1" fontAlgn="auto" hangingPunct="1">
              <a:spcBef>
                <a:spcPts val="0"/>
              </a:spcBef>
              <a:spcAft>
                <a:spcPts val="0"/>
              </a:spcAft>
              <a:defRPr sz="1199" b="0" i="0">
                <a:solidFill>
                  <a:schemeClr val="bg1"/>
                </a:solidFill>
                <a:latin typeface="+mn-lt"/>
                <a:cs typeface="Segoe UI Light" panose="020B0502040204020203" pitchFamily="34" charset="0"/>
              </a:defRPr>
            </a:lvl1pPr>
          </a:lstStyle>
          <a:p>
            <a:endParaRPr lang="en-IN"/>
          </a:p>
        </p:txBody>
      </p:sp>
      <p:cxnSp>
        <p:nvCxnSpPr>
          <p:cNvPr id="7" name="Straight Connector 6">
            <a:extLst>
              <a:ext uri="{FF2B5EF4-FFF2-40B4-BE49-F238E27FC236}">
                <a16:creationId xmlns:a16="http://schemas.microsoft.com/office/drawing/2014/main" id="{F45B1A24-CB8A-6DF0-D6AC-839B70B5C423}"/>
              </a:ext>
            </a:extLst>
          </p:cNvPr>
          <p:cNvCxnSpPr>
            <a:cxnSpLocks/>
          </p:cNvCxnSpPr>
          <p:nvPr/>
        </p:nvCxnSpPr>
        <p:spPr>
          <a:xfrm>
            <a:off x="594784" y="845623"/>
            <a:ext cx="0" cy="5111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019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3280" rtl="0" eaLnBrk="1" fontAlgn="base" hangingPunct="1">
        <a:lnSpc>
          <a:spcPct val="90000"/>
        </a:lnSpc>
        <a:spcBef>
          <a:spcPct val="0"/>
        </a:spcBef>
        <a:spcAft>
          <a:spcPct val="0"/>
        </a:spcAft>
        <a:defRPr sz="3995" b="1" kern="1200" cap="all" spc="599">
          <a:solidFill>
            <a:schemeClr val="bg1"/>
          </a:solidFill>
          <a:latin typeface="+mj-lt"/>
          <a:ea typeface="+mj-ea"/>
          <a:cs typeface="+mj-cs"/>
        </a:defRPr>
      </a:lvl1pPr>
      <a:lvl2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2pPr>
      <a:lvl3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3pPr>
      <a:lvl4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4pPr>
      <a:lvl5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5pPr>
      <a:lvl6pPr marL="60885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6pPr>
      <a:lvl7pPr marL="1217706"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7pPr>
      <a:lvl8pPr marL="1826560"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8pPr>
      <a:lvl9pPr marL="243541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9pPr>
    </p:titleStyle>
    <p:bodyStyle>
      <a:lvl1pPr marL="228320" indent="-346708" algn="l" defTabSz="913280" rtl="0" eaLnBrk="1" fontAlgn="base" hangingPunct="1">
        <a:lnSpc>
          <a:spcPct val="90000"/>
        </a:lnSpc>
        <a:spcBef>
          <a:spcPts val="999"/>
        </a:spcBef>
        <a:spcAft>
          <a:spcPct val="0"/>
        </a:spcAft>
        <a:buClr>
          <a:srgbClr val="F6A6F4"/>
        </a:buClr>
        <a:buFont typeface="Courier New" panose="02070309020205020404" pitchFamily="49" charset="0"/>
        <a:buChar char="o"/>
        <a:defRPr sz="2797" kern="1200">
          <a:solidFill>
            <a:schemeClr val="bg1"/>
          </a:solidFill>
          <a:latin typeface="+mn-lt"/>
          <a:ea typeface="+mn-ea"/>
          <a:cs typeface="Segoe UI" panose="020B0502040204020203" pitchFamily="34" charset="0"/>
        </a:defRPr>
      </a:lvl1pPr>
      <a:lvl2pPr marL="68496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kern="1200">
          <a:solidFill>
            <a:schemeClr val="bg1"/>
          </a:solidFill>
          <a:latin typeface="+mn-lt"/>
          <a:ea typeface="+mn-ea"/>
          <a:cs typeface="Segoe UI" panose="020B0502040204020203" pitchFamily="34" charset="0"/>
        </a:defRPr>
      </a:lvl2pPr>
      <a:lvl3pPr marL="114160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998" kern="1200">
          <a:solidFill>
            <a:schemeClr val="bg1"/>
          </a:solidFill>
          <a:latin typeface="+mn-lt"/>
          <a:ea typeface="+mn-ea"/>
          <a:cs typeface="Segoe UI" panose="020B0502040204020203" pitchFamily="34" charset="0"/>
        </a:defRPr>
      </a:lvl3pPr>
      <a:lvl4pPr marL="159824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731" kern="1200">
          <a:solidFill>
            <a:schemeClr val="bg1"/>
          </a:solidFill>
          <a:latin typeface="+mn-lt"/>
          <a:ea typeface="+mn-ea"/>
          <a:cs typeface="Segoe UI" panose="020B0502040204020203" pitchFamily="34" charset="0"/>
        </a:defRPr>
      </a:lvl4pPr>
      <a:lvl5pPr marL="205488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731" kern="1200">
          <a:solidFill>
            <a:schemeClr val="bg1"/>
          </a:solidFill>
          <a:latin typeface="+mn-lt"/>
          <a:ea typeface="+mn-ea"/>
          <a:cs typeface="Segoe UI" panose="020B0502040204020203" pitchFamily="34" charset="0"/>
        </a:defRPr>
      </a:lvl5pPr>
      <a:lvl6pPr marL="2511520"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6pPr>
      <a:lvl7pPr marL="2968160"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7pPr>
      <a:lvl8pPr marL="3424799"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8pPr>
      <a:lvl9pPr marL="3881439"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280" rtl="0" eaLnBrk="1" latinLnBrk="0" hangingPunct="1">
        <a:defRPr sz="1798" kern="1200">
          <a:solidFill>
            <a:schemeClr val="tx1"/>
          </a:solidFill>
          <a:latin typeface="+mn-lt"/>
          <a:ea typeface="+mn-ea"/>
          <a:cs typeface="+mn-cs"/>
        </a:defRPr>
      </a:lvl1pPr>
      <a:lvl2pPr marL="456640" algn="l" defTabSz="913280" rtl="0" eaLnBrk="1" latinLnBrk="0" hangingPunct="1">
        <a:defRPr sz="1798" kern="1200">
          <a:solidFill>
            <a:schemeClr val="tx1"/>
          </a:solidFill>
          <a:latin typeface="+mn-lt"/>
          <a:ea typeface="+mn-ea"/>
          <a:cs typeface="+mn-cs"/>
        </a:defRPr>
      </a:lvl2pPr>
      <a:lvl3pPr marL="913280" algn="l" defTabSz="913280" rtl="0" eaLnBrk="1" latinLnBrk="0" hangingPunct="1">
        <a:defRPr sz="1798" kern="1200">
          <a:solidFill>
            <a:schemeClr val="tx1"/>
          </a:solidFill>
          <a:latin typeface="+mn-lt"/>
          <a:ea typeface="+mn-ea"/>
          <a:cs typeface="+mn-cs"/>
        </a:defRPr>
      </a:lvl3pPr>
      <a:lvl4pPr marL="1369920" algn="l" defTabSz="913280" rtl="0" eaLnBrk="1" latinLnBrk="0" hangingPunct="1">
        <a:defRPr sz="1798" kern="1200">
          <a:solidFill>
            <a:schemeClr val="tx1"/>
          </a:solidFill>
          <a:latin typeface="+mn-lt"/>
          <a:ea typeface="+mn-ea"/>
          <a:cs typeface="+mn-cs"/>
        </a:defRPr>
      </a:lvl4pPr>
      <a:lvl5pPr marL="1826560" algn="l" defTabSz="913280" rtl="0" eaLnBrk="1" latinLnBrk="0" hangingPunct="1">
        <a:defRPr sz="1798" kern="1200">
          <a:solidFill>
            <a:schemeClr val="tx1"/>
          </a:solidFill>
          <a:latin typeface="+mn-lt"/>
          <a:ea typeface="+mn-ea"/>
          <a:cs typeface="+mn-cs"/>
        </a:defRPr>
      </a:lvl5pPr>
      <a:lvl6pPr marL="2283200" algn="l" defTabSz="913280" rtl="0" eaLnBrk="1" latinLnBrk="0" hangingPunct="1">
        <a:defRPr sz="1798" kern="1200">
          <a:solidFill>
            <a:schemeClr val="tx1"/>
          </a:solidFill>
          <a:latin typeface="+mn-lt"/>
          <a:ea typeface="+mn-ea"/>
          <a:cs typeface="+mn-cs"/>
        </a:defRPr>
      </a:lvl6pPr>
      <a:lvl7pPr marL="2739840" algn="l" defTabSz="913280" rtl="0" eaLnBrk="1" latinLnBrk="0" hangingPunct="1">
        <a:defRPr sz="1798" kern="1200">
          <a:solidFill>
            <a:schemeClr val="tx1"/>
          </a:solidFill>
          <a:latin typeface="+mn-lt"/>
          <a:ea typeface="+mn-ea"/>
          <a:cs typeface="+mn-cs"/>
        </a:defRPr>
      </a:lvl7pPr>
      <a:lvl8pPr marL="3196480" algn="l" defTabSz="913280" rtl="0" eaLnBrk="1" latinLnBrk="0" hangingPunct="1">
        <a:defRPr sz="1798" kern="1200">
          <a:solidFill>
            <a:schemeClr val="tx1"/>
          </a:solidFill>
          <a:latin typeface="+mn-lt"/>
          <a:ea typeface="+mn-ea"/>
          <a:cs typeface="+mn-cs"/>
        </a:defRPr>
      </a:lvl8pPr>
      <a:lvl9pPr marL="3653119" algn="l" defTabSz="913280"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DA7669-2473-6CAF-4C1A-680706CFC57F}"/>
              </a:ext>
            </a:extLst>
          </p:cNvPr>
          <p:cNvSpPr>
            <a:spLocks noGrp="1"/>
          </p:cNvSpPr>
          <p:nvPr>
            <p:ph type="title"/>
          </p:nvPr>
        </p:nvSpPr>
        <p:spPr>
          <a:xfrm>
            <a:off x="591312" y="1801367"/>
            <a:ext cx="7201408" cy="1627633"/>
          </a:xfrm>
        </p:spPr>
        <p:txBody>
          <a:bodyPr/>
          <a:lstStyle/>
          <a:p>
            <a:pPr algn="ctr"/>
            <a:r>
              <a:rPr lang="en-US" sz="4600" dirty="0">
                <a:latin typeface="Arial" panose="020B0604020202020204" pitchFamily="34" charset="0"/>
                <a:cs typeface="Arial" panose="020B0604020202020204" pitchFamily="34" charset="0"/>
              </a:rPr>
              <a:t>Customer review insight ai</a:t>
            </a:r>
            <a:endParaRPr lang="en-IN" sz="4600" dirty="0"/>
          </a:p>
        </p:txBody>
      </p:sp>
      <p:pic>
        <p:nvPicPr>
          <p:cNvPr id="6" name="Picture 5">
            <a:extLst>
              <a:ext uri="{FF2B5EF4-FFF2-40B4-BE49-F238E27FC236}">
                <a16:creationId xmlns:a16="http://schemas.microsoft.com/office/drawing/2014/main" id="{C6B69ADA-5420-8921-C872-E5DC41E4A683}"/>
              </a:ext>
            </a:extLst>
          </p:cNvPr>
          <p:cNvPicPr>
            <a:picLocks noChangeAspect="1"/>
          </p:cNvPicPr>
          <p:nvPr/>
        </p:nvPicPr>
        <p:blipFill>
          <a:blip r:embed="rId2"/>
          <a:stretch>
            <a:fillRect/>
          </a:stretch>
        </p:blipFill>
        <p:spPr>
          <a:xfrm>
            <a:off x="7914640" y="1630395"/>
            <a:ext cx="4000204" cy="3057500"/>
          </a:xfrm>
          <a:prstGeom prst="rect">
            <a:avLst/>
          </a:prstGeom>
        </p:spPr>
      </p:pic>
      <p:sp>
        <p:nvSpPr>
          <p:cNvPr id="7" name="TextBox 6">
            <a:extLst>
              <a:ext uri="{FF2B5EF4-FFF2-40B4-BE49-F238E27FC236}">
                <a16:creationId xmlns:a16="http://schemas.microsoft.com/office/drawing/2014/main" id="{B4D87C09-BCA6-D783-382B-A37D5DE7D0AC}"/>
              </a:ext>
            </a:extLst>
          </p:cNvPr>
          <p:cNvSpPr txBox="1"/>
          <p:nvPr/>
        </p:nvSpPr>
        <p:spPr>
          <a:xfrm>
            <a:off x="1306575" y="3586480"/>
            <a:ext cx="5770881" cy="549381"/>
          </a:xfrm>
          <a:prstGeom prst="rect">
            <a:avLst/>
          </a:prstGeom>
          <a:noFill/>
        </p:spPr>
        <p:txBody>
          <a:bodyPr wrap="square" rtlCol="0">
            <a:spAutoFit/>
          </a:bodyPr>
          <a:lstStyle/>
          <a:p>
            <a:pPr marL="0" marR="0" lvl="0" indent="0" algn="ctr" defTabSz="913280" rtl="0" eaLnBrk="1" fontAlgn="base" latinLnBrk="0" hangingPunct="1">
              <a:lnSpc>
                <a:spcPct val="90000"/>
              </a:lnSpc>
              <a:spcBef>
                <a:spcPts val="999"/>
              </a:spcBef>
              <a:spcAft>
                <a:spcPct val="0"/>
              </a:spcAft>
              <a:buClr>
                <a:srgbClr val="F6A6F4"/>
              </a:buClr>
              <a:buSzTx/>
              <a:buFont typeface="Courier New" panose="02070309020205020404" pitchFamily="49" charset="0"/>
              <a:buNone/>
              <a:tabLst/>
              <a:defRPr/>
            </a:pPr>
            <a:r>
              <a:rPr kumimoji="0" lang="en-US" sz="33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INFOSYS INTERNSHIP 6.0</a:t>
            </a:r>
            <a:endParaRPr kumimoji="0" lang="en-US" sz="33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8009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2584-59CB-68BC-4425-956B2A894ADF}"/>
              </a:ext>
            </a:extLst>
          </p:cNvPr>
          <p:cNvSpPr>
            <a:spLocks noGrp="1"/>
          </p:cNvSpPr>
          <p:nvPr>
            <p:ph type="title"/>
          </p:nvPr>
        </p:nvSpPr>
        <p:spPr>
          <a:xfrm>
            <a:off x="823546" y="972781"/>
            <a:ext cx="6594231" cy="695477"/>
          </a:xfrm>
        </p:spPr>
        <p:txBody>
          <a:bodyPr/>
          <a:lstStyle/>
          <a:p>
            <a:pPr marL="571500" indent="-571500">
              <a:buFont typeface="Wingdings" panose="05000000000000000000" pitchFamily="2" charset="2"/>
              <a:buChar char="Ø"/>
            </a:pPr>
            <a:r>
              <a:rPr lang="en-US" sz="3600" dirty="0">
                <a:latin typeface="Arial" panose="020B0604020202020204" pitchFamily="34" charset="0"/>
                <a:cs typeface="Arial" panose="020B0604020202020204" pitchFamily="34" charset="0"/>
              </a:rPr>
              <a:t> Team members:-</a:t>
            </a:r>
            <a:endParaRPr lang="en-IN" sz="3600"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5BC792DD-C327-CD74-5429-21BE65E023F7}"/>
              </a:ext>
            </a:extLst>
          </p:cNvPr>
          <p:cNvPicPr>
            <a:picLocks noGrp="1" noChangeAspect="1"/>
          </p:cNvPicPr>
          <p:nvPr>
            <p:ph idx="1"/>
          </p:nvPr>
        </p:nvPicPr>
        <p:blipFill>
          <a:blip r:embed="rId3"/>
          <a:stretch>
            <a:fillRect/>
          </a:stretch>
        </p:blipFill>
        <p:spPr>
          <a:xfrm>
            <a:off x="7930663" y="1527581"/>
            <a:ext cx="3785112" cy="3802837"/>
          </a:xfrm>
          <a:prstGeom prst="rect">
            <a:avLst/>
          </a:prstGeom>
        </p:spPr>
      </p:pic>
      <p:sp>
        <p:nvSpPr>
          <p:cNvPr id="5" name="TextBox 4">
            <a:extLst>
              <a:ext uri="{FF2B5EF4-FFF2-40B4-BE49-F238E27FC236}">
                <a16:creationId xmlns:a16="http://schemas.microsoft.com/office/drawing/2014/main" id="{075D6F11-C325-EC6B-7C76-DF63D6D4FF71}"/>
              </a:ext>
            </a:extLst>
          </p:cNvPr>
          <p:cNvSpPr txBox="1"/>
          <p:nvPr/>
        </p:nvSpPr>
        <p:spPr>
          <a:xfrm>
            <a:off x="1354015" y="1793631"/>
            <a:ext cx="5978770" cy="1938992"/>
          </a:xfrm>
          <a:prstGeom prst="rect">
            <a:avLst/>
          </a:prstGeom>
          <a:noFill/>
        </p:spPr>
        <p:txBody>
          <a:bodyPr wrap="square" rtlCol="0">
            <a:spAutoFit/>
          </a:bodyPr>
          <a:lstStyle/>
          <a:p>
            <a:r>
              <a:rPr lang="en-IN" sz="2400" dirty="0">
                <a:solidFill>
                  <a:schemeClr val="bg1"/>
                </a:solidFill>
                <a:latin typeface="Arial" panose="020B0604020202020204" pitchFamily="34" charset="0"/>
                <a:cs typeface="Arial" panose="020B0604020202020204" pitchFamily="34" charset="0"/>
              </a:rPr>
              <a:t>ARYAN AMIT PARDESHI </a:t>
            </a:r>
          </a:p>
          <a:p>
            <a:r>
              <a:rPr lang="en-IN" sz="2400" dirty="0">
                <a:solidFill>
                  <a:schemeClr val="bg1"/>
                </a:solidFill>
                <a:latin typeface="Arial" panose="020B0604020202020204" pitchFamily="34" charset="0"/>
                <a:cs typeface="Arial" panose="020B0604020202020204" pitchFamily="34" charset="0"/>
              </a:rPr>
              <a:t>VINUKOLLU HIMA JANANI </a:t>
            </a:r>
          </a:p>
          <a:p>
            <a:r>
              <a:rPr lang="en-IN" sz="2400" dirty="0">
                <a:solidFill>
                  <a:schemeClr val="bg1"/>
                </a:solidFill>
                <a:latin typeface="Arial" panose="020B0604020202020204" pitchFamily="34" charset="0"/>
                <a:cs typeface="Arial" panose="020B0604020202020204" pitchFamily="34" charset="0"/>
              </a:rPr>
              <a:t>KANDADI SIDDARTHA</a:t>
            </a:r>
          </a:p>
          <a:p>
            <a:r>
              <a:rPr lang="en-IN" sz="2400" dirty="0">
                <a:solidFill>
                  <a:schemeClr val="bg1"/>
                </a:solidFill>
                <a:latin typeface="Arial" panose="020B0604020202020204" pitchFamily="34" charset="0"/>
                <a:cs typeface="Arial" panose="020B0604020202020204" pitchFamily="34" charset="0"/>
              </a:rPr>
              <a:t>AKASAPU VENKATA SAI MANIKANTA GANGADHAR DHARSHAN</a:t>
            </a:r>
          </a:p>
        </p:txBody>
      </p:sp>
      <p:sp>
        <p:nvSpPr>
          <p:cNvPr id="6" name="TextBox 5">
            <a:extLst>
              <a:ext uri="{FF2B5EF4-FFF2-40B4-BE49-F238E27FC236}">
                <a16:creationId xmlns:a16="http://schemas.microsoft.com/office/drawing/2014/main" id="{B6FB1D1E-4A24-734A-8A78-E6F3AC06EFE6}"/>
              </a:ext>
            </a:extLst>
          </p:cNvPr>
          <p:cNvSpPr txBox="1"/>
          <p:nvPr/>
        </p:nvSpPr>
        <p:spPr>
          <a:xfrm>
            <a:off x="1002324" y="4139658"/>
            <a:ext cx="5855676" cy="1569660"/>
          </a:xfrm>
          <a:prstGeom prst="rect">
            <a:avLst/>
          </a:prstGeom>
          <a:noFill/>
        </p:spPr>
        <p:txBody>
          <a:bodyPr wrap="square" rtlCol="0">
            <a:spAutoFit/>
          </a:bodyPr>
          <a:lstStyle/>
          <a:p>
            <a:pPr marL="457200" indent="-457200">
              <a:buFont typeface="Wingdings" panose="05000000000000000000" pitchFamily="2" charset="2"/>
              <a:buChar char="Ø"/>
            </a:pPr>
            <a:r>
              <a:rPr lang="en-IN" sz="2400" b="1" dirty="0">
                <a:solidFill>
                  <a:schemeClr val="bg1"/>
                </a:solidFill>
                <a:latin typeface="Arial" panose="020B0604020202020204" pitchFamily="34" charset="0"/>
                <a:cs typeface="Arial" panose="020B0604020202020204" pitchFamily="34" charset="0"/>
              </a:rPr>
              <a:t>UNDER THE SUPERVISION OF:-</a:t>
            </a:r>
          </a:p>
          <a:p>
            <a:endParaRPr lang="en-IN" sz="2400" b="1" dirty="0">
              <a:solidFill>
                <a:schemeClr val="bg1"/>
              </a:solidFill>
              <a:latin typeface="Arial" panose="020B0604020202020204" pitchFamily="34" charset="0"/>
              <a:cs typeface="Arial" panose="020B0604020202020204" pitchFamily="34" charset="0"/>
            </a:endParaRPr>
          </a:p>
          <a:p>
            <a:pPr algn="ctr"/>
            <a:r>
              <a:rPr lang="en-IN" sz="2400" b="1" dirty="0">
                <a:solidFill>
                  <a:schemeClr val="bg1"/>
                </a:solidFill>
                <a:latin typeface="Arial" panose="020B0604020202020204" pitchFamily="34" charset="0"/>
                <a:cs typeface="Arial" panose="020B0604020202020204" pitchFamily="34" charset="0"/>
              </a:rPr>
              <a:t>MUKILAN SELVARAJ</a:t>
            </a:r>
          </a:p>
          <a:p>
            <a:pPr algn="ct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4835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DA29-F2C6-2B8F-9C40-EC436FF76F5C}"/>
              </a:ext>
            </a:extLst>
          </p:cNvPr>
          <p:cNvSpPr>
            <a:spLocks noGrp="1"/>
          </p:cNvSpPr>
          <p:nvPr>
            <p:ph type="title"/>
          </p:nvPr>
        </p:nvSpPr>
        <p:spPr>
          <a:xfrm>
            <a:off x="1131746" y="580292"/>
            <a:ext cx="7115439" cy="1069849"/>
          </a:xfrm>
        </p:spPr>
        <p:txBody>
          <a:bodyPr/>
          <a:lstStyle/>
          <a:p>
            <a:r>
              <a:rPr lang="en-US" dirty="0">
                <a:latin typeface="Arial" panose="020B0604020202020204" pitchFamily="34" charset="0"/>
                <a:cs typeface="Arial" panose="020B0604020202020204" pitchFamily="34" charset="0"/>
              </a:rPr>
              <a:t>PROJECT OVERVIEW</a:t>
            </a:r>
            <a:endParaRPr lang="en-IN"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F940C11-3880-BCCA-13FD-64CE614BFEEB}"/>
              </a:ext>
            </a:extLst>
          </p:cNvPr>
          <p:cNvSpPr>
            <a:spLocks noGrp="1"/>
          </p:cNvSpPr>
          <p:nvPr>
            <p:ph idx="1"/>
          </p:nvPr>
        </p:nvSpPr>
        <p:spPr>
          <a:xfrm>
            <a:off x="967154" y="1901953"/>
            <a:ext cx="10744200" cy="4375755"/>
          </a:xfrm>
        </p:spPr>
        <p:txBody>
          <a:bodyPr/>
          <a:lstStyle/>
          <a:p>
            <a:pPr marL="338" indent="0">
              <a:buNone/>
            </a:pPr>
            <a:r>
              <a:rPr lang="en-US" sz="2000" dirty="0">
                <a:latin typeface="Arial" panose="020B0604020202020204" pitchFamily="34" charset="0"/>
                <a:cs typeface="Arial" panose="020B0604020202020204" pitchFamily="34" charset="0"/>
              </a:rPr>
              <a:t>In this digital age, customer reviews are a goldmine of feedback , yet their sheer volume often makes it impossible for business to extract actionable insights manually. Traditional sentiment analysis provides only an overall positive or negative score, failing to pinpoint what specific aspects  of a product or service customers love or dislike (e.g., "The battery life is great, but the camera is disappointing").</a:t>
            </a:r>
          </a:p>
          <a:p>
            <a:pPr marL="338" indent="0">
              <a:buNone/>
            </a:pPr>
            <a:r>
              <a:rPr lang="en-US" sz="2000" dirty="0">
                <a:latin typeface="Arial" panose="020B0604020202020204" pitchFamily="34" charset="0"/>
                <a:cs typeface="Arial" panose="020B0604020202020204" pitchFamily="34" charset="0"/>
              </a:rPr>
              <a:t> The Customer Review Insight AI project aims to solve this by developing an advanced Natural Language  Processing NLP) system that performs aspect-based sentiment analysis on customer reviews, identifying specific features or attributes and their associated sentiment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7606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55589-4598-CCDF-D698-09EE20F02300}"/>
              </a:ext>
            </a:extLst>
          </p:cNvPr>
          <p:cNvSpPr>
            <a:spLocks noGrp="1"/>
          </p:cNvSpPr>
          <p:nvPr>
            <p:ph type="title"/>
          </p:nvPr>
        </p:nvSpPr>
        <p:spPr>
          <a:xfrm>
            <a:off x="909108" y="219205"/>
            <a:ext cx="10881784" cy="1069713"/>
          </a:xfrm>
        </p:spPr>
        <p:txBody>
          <a:bodyPr/>
          <a:lstStyle/>
          <a:p>
            <a:pPr algn="ctr"/>
            <a:r>
              <a:rPr lang="en-IN" dirty="0"/>
              <a:t> </a:t>
            </a:r>
            <a:r>
              <a:rPr lang="en-IN" sz="3200" dirty="0"/>
              <a:t>Key Outcomes &amp; Benefits</a:t>
            </a:r>
          </a:p>
        </p:txBody>
      </p:sp>
      <p:sp>
        <p:nvSpPr>
          <p:cNvPr id="3" name="Content Placeholder 2">
            <a:extLst>
              <a:ext uri="{FF2B5EF4-FFF2-40B4-BE49-F238E27FC236}">
                <a16:creationId xmlns:a16="http://schemas.microsoft.com/office/drawing/2014/main" id="{178AA139-50AC-AB93-A49F-0022ACAC536E}"/>
              </a:ext>
            </a:extLst>
          </p:cNvPr>
          <p:cNvSpPr>
            <a:spLocks noGrp="1"/>
          </p:cNvSpPr>
          <p:nvPr>
            <p:ph sz="half" idx="2"/>
          </p:nvPr>
        </p:nvSpPr>
        <p:spPr>
          <a:xfrm>
            <a:off x="609600" y="1577340"/>
            <a:ext cx="5364480" cy="4711700"/>
          </a:xfrm>
        </p:spPr>
        <p:txBody>
          <a:bodyPr/>
          <a:lstStyle/>
          <a:p>
            <a:r>
              <a:rPr lang="en-US" sz="1800" b="1" dirty="0">
                <a:solidFill>
                  <a:srgbClr val="FFFF00"/>
                </a:solidFill>
                <a:latin typeface="Arial" panose="020B0604020202020204" pitchFamily="34" charset="0"/>
                <a:cs typeface="Arial" panose="020B0604020202020204" pitchFamily="34" charset="0"/>
              </a:rPr>
              <a:t>Granular Sentiment Insights</a:t>
            </a:r>
          </a:p>
          <a:p>
            <a:pPr marL="338" indent="0">
              <a:buNone/>
            </a:pPr>
            <a:r>
              <a:rPr lang="en-US" sz="1800" dirty="0">
                <a:latin typeface="Arial" panose="020B0604020202020204" pitchFamily="34" charset="0"/>
                <a:cs typeface="Arial" panose="020B0604020202020204" pitchFamily="34" charset="0"/>
              </a:rPr>
              <a:t>  Accurately identify sentiment (positive, negative, neutral) towards specific aspects of products or services.</a:t>
            </a:r>
          </a:p>
          <a:p>
            <a:r>
              <a:rPr lang="en-US" sz="1800" b="1" dirty="0">
                <a:latin typeface="Arial" panose="020B0604020202020204" pitchFamily="34" charset="0"/>
                <a:cs typeface="Arial" panose="020B0604020202020204" pitchFamily="34" charset="0"/>
              </a:rPr>
              <a:t> </a:t>
            </a:r>
            <a:r>
              <a:rPr lang="en-US" sz="1800" b="1" dirty="0">
                <a:solidFill>
                  <a:srgbClr val="FFFF00"/>
                </a:solidFill>
                <a:latin typeface="Arial" panose="020B0604020202020204" pitchFamily="34" charset="0"/>
                <a:cs typeface="Arial" panose="020B0604020202020204" pitchFamily="34" charset="0"/>
              </a:rPr>
              <a:t>Actionable Business Intelligence</a:t>
            </a:r>
          </a:p>
          <a:p>
            <a:pPr marL="338" indent="0">
              <a:buNone/>
            </a:pPr>
            <a:r>
              <a:rPr lang="en-US" sz="1800" dirty="0">
                <a:latin typeface="Arial" panose="020B0604020202020204" pitchFamily="34" charset="0"/>
                <a:cs typeface="Arial" panose="020B0604020202020204" pitchFamily="34" charset="0"/>
              </a:rPr>
              <a:t> Provide clear, data-driven insights to help businesses understand customer pain points and strengths</a:t>
            </a:r>
          </a:p>
          <a:p>
            <a:r>
              <a:rPr lang="en-US" sz="1800" dirty="0">
                <a:latin typeface="Arial" panose="020B0604020202020204" pitchFamily="34" charset="0"/>
                <a:cs typeface="Arial" panose="020B0604020202020204" pitchFamily="34" charset="0"/>
              </a:rPr>
              <a:t> </a:t>
            </a:r>
            <a:r>
              <a:rPr lang="en-US" sz="1800" dirty="0">
                <a:solidFill>
                  <a:srgbClr val="FFFF00"/>
                </a:solidFill>
                <a:latin typeface="Arial" panose="020B0604020202020204" pitchFamily="34" charset="0"/>
                <a:cs typeface="Arial" panose="020B0604020202020204" pitchFamily="34" charset="0"/>
              </a:rPr>
              <a:t>Automated Review Analysis</a:t>
            </a:r>
          </a:p>
          <a:p>
            <a:pPr marL="338" indent="0">
              <a:buNone/>
            </a:pPr>
            <a:r>
              <a:rPr lang="en-US" sz="1800" dirty="0">
                <a:latin typeface="Arial" panose="020B0604020202020204" pitchFamily="34" charset="0"/>
                <a:cs typeface="Arial" panose="020B0604020202020204" pitchFamily="34" charset="0"/>
              </a:rPr>
              <a:t> Significantly reduce manual effort required to process large volumes of customer feedback Trend Identification</a:t>
            </a:r>
          </a:p>
        </p:txBody>
      </p:sp>
      <p:sp>
        <p:nvSpPr>
          <p:cNvPr id="6" name="Content Placeholder 5">
            <a:extLst>
              <a:ext uri="{FF2B5EF4-FFF2-40B4-BE49-F238E27FC236}">
                <a16:creationId xmlns:a16="http://schemas.microsoft.com/office/drawing/2014/main" id="{29B69F46-2DF4-6699-EE92-3E2E9B885E67}"/>
              </a:ext>
            </a:extLst>
          </p:cNvPr>
          <p:cNvSpPr txBox="1">
            <a:spLocks noGrp="1"/>
          </p:cNvSpPr>
          <p:nvPr>
            <p:ph sz="half" idx="3"/>
          </p:nvPr>
        </p:nvSpPr>
        <p:spPr>
          <a:xfrm>
            <a:off x="6563360" y="1577340"/>
            <a:ext cx="5227532" cy="4525963"/>
          </a:xfrm>
          <a:prstGeom prst="rect">
            <a:avLst/>
          </a:prstGeom>
          <a:noFill/>
        </p:spPr>
        <p:txBody>
          <a:bodyPr wrap="square" rtlCol="0">
            <a:spAutoFit/>
          </a:bodyPr>
          <a:lstStyle/>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Trend Identification</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Track sentiment shifts for specific aspects over time, revealing evolving customer preferences</a:t>
            </a:r>
          </a:p>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t>
            </a: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Scalable &amp; Flexible </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Designed to analyze reviews across various industries and product types</a:t>
            </a:r>
          </a:p>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Interactive Visualization</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User-friendly dashboards to present complex sentiment data in digestible format </a:t>
            </a:r>
            <a:endParaRPr kumimoji="0" lang="en-IN"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0656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itle 88">
            <a:extLst>
              <a:ext uri="{FF2B5EF4-FFF2-40B4-BE49-F238E27FC236}">
                <a16:creationId xmlns:a16="http://schemas.microsoft.com/office/drawing/2014/main" id="{F25FB6A1-D194-B3F2-4BEC-7C214C83AC75}"/>
              </a:ext>
            </a:extLst>
          </p:cNvPr>
          <p:cNvSpPr>
            <a:spLocks noGrp="1"/>
          </p:cNvSpPr>
          <p:nvPr>
            <p:ph type="title"/>
          </p:nvPr>
        </p:nvSpPr>
        <p:spPr>
          <a:xfrm>
            <a:off x="1612836" y="228331"/>
            <a:ext cx="8878824" cy="904241"/>
          </a:xfrm>
        </p:spPr>
        <p:txBody>
          <a:bodyPr/>
          <a:lstStyle/>
          <a:p>
            <a:r>
              <a:rPr lang="en-US" sz="3600" dirty="0">
                <a:latin typeface="Arial" panose="020B0604020202020204" pitchFamily="34" charset="0"/>
                <a:cs typeface="Arial" panose="020B0604020202020204" pitchFamily="34" charset="0"/>
              </a:rPr>
              <a:t>Implementation timeline</a:t>
            </a:r>
            <a:endParaRPr lang="en-IN" sz="3600" dirty="0">
              <a:latin typeface="Arial" panose="020B0604020202020204" pitchFamily="34" charset="0"/>
              <a:cs typeface="Arial" panose="020B0604020202020204" pitchFamily="34" charset="0"/>
            </a:endParaRPr>
          </a:p>
        </p:txBody>
      </p:sp>
      <p:sp>
        <p:nvSpPr>
          <p:cNvPr id="90" name="Text Placeholder 89">
            <a:extLst>
              <a:ext uri="{FF2B5EF4-FFF2-40B4-BE49-F238E27FC236}">
                <a16:creationId xmlns:a16="http://schemas.microsoft.com/office/drawing/2014/main" id="{2DA04114-2BFF-F6C7-C8FE-C1A9A30AD965}"/>
              </a:ext>
            </a:extLst>
          </p:cNvPr>
          <p:cNvSpPr>
            <a:spLocks noGrp="1"/>
          </p:cNvSpPr>
          <p:nvPr>
            <p:ph type="body" sz="quarter" idx="12"/>
          </p:nvPr>
        </p:nvSpPr>
        <p:spPr>
          <a:xfrm>
            <a:off x="1042524" y="3048000"/>
            <a:ext cx="2468880" cy="904241"/>
          </a:xfrm>
        </p:spPr>
        <p:txBody>
          <a:bodyPr/>
          <a:lstStyle/>
          <a:p>
            <a:r>
              <a:rPr lang="en-US" sz="2400" dirty="0">
                <a:latin typeface="Arial" panose="020B0604020202020204" pitchFamily="34" charset="0"/>
                <a:cs typeface="Arial" panose="020B0604020202020204" pitchFamily="34" charset="0"/>
              </a:rPr>
              <a:t>Milestone 1</a:t>
            </a:r>
          </a:p>
          <a:p>
            <a:r>
              <a:rPr lang="en-US" sz="1600" dirty="0">
                <a:latin typeface="Arial" panose="020B0604020202020204" pitchFamily="34" charset="0"/>
                <a:cs typeface="Arial" panose="020B0604020202020204" pitchFamily="34" charset="0"/>
              </a:rPr>
              <a:t>Weeks 1-2</a:t>
            </a:r>
            <a:endParaRPr lang="en-IN" sz="1600" dirty="0">
              <a:latin typeface="Arial" panose="020B0604020202020204" pitchFamily="34" charset="0"/>
              <a:cs typeface="Arial" panose="020B0604020202020204" pitchFamily="34" charset="0"/>
            </a:endParaRPr>
          </a:p>
        </p:txBody>
      </p:sp>
      <p:sp>
        <p:nvSpPr>
          <p:cNvPr id="36" name="Text Placeholder 35">
            <a:extLst>
              <a:ext uri="{FF2B5EF4-FFF2-40B4-BE49-F238E27FC236}">
                <a16:creationId xmlns:a16="http://schemas.microsoft.com/office/drawing/2014/main" id="{ADB8959C-3A2C-9FFC-D096-21E9DF3F84BA}"/>
              </a:ext>
            </a:extLst>
          </p:cNvPr>
          <p:cNvSpPr>
            <a:spLocks noGrp="1"/>
          </p:cNvSpPr>
          <p:nvPr>
            <p:ph type="body" sz="quarter" idx="13"/>
          </p:nvPr>
        </p:nvSpPr>
        <p:spPr>
          <a:xfrm>
            <a:off x="1078506" y="4429760"/>
            <a:ext cx="2468880" cy="2032000"/>
          </a:xfrm>
        </p:spPr>
        <p:txBody>
          <a:bodyPr/>
          <a:lstStyle/>
          <a:p>
            <a:r>
              <a:rPr lang="en-US" sz="1600" dirty="0">
                <a:latin typeface="Arial" panose="020B0604020202020204" pitchFamily="34" charset="0"/>
                <a:cs typeface="Arial" panose="020B0604020202020204" pitchFamily="34" charset="0"/>
              </a:rPr>
              <a:t>Develop secure user authentication with JWT, login, and profile management. Enable review data upload via Flask/</a:t>
            </a:r>
            <a:r>
              <a:rPr lang="en-US" sz="1600" dirty="0" err="1">
                <a:latin typeface="Arial" panose="020B0604020202020204" pitchFamily="34" charset="0"/>
                <a:cs typeface="Arial" panose="020B0604020202020204" pitchFamily="34" charset="0"/>
              </a:rPr>
              <a:t>Streamlit</a:t>
            </a:r>
            <a:r>
              <a:rPr lang="en-US" sz="1600" dirty="0">
                <a:latin typeface="Arial" panose="020B0604020202020204" pitchFamily="34" charset="0"/>
                <a:cs typeface="Arial" panose="020B0604020202020204" pitchFamily="34" charset="0"/>
              </a:rPr>
              <a:t> supporting CSV and text inputs</a:t>
            </a:r>
            <a:endParaRPr lang="en-IN" sz="1600" dirty="0">
              <a:latin typeface="Arial" panose="020B0604020202020204" pitchFamily="34" charset="0"/>
              <a:cs typeface="Arial" panose="020B0604020202020204" pitchFamily="34" charset="0"/>
            </a:endParaRPr>
          </a:p>
        </p:txBody>
      </p:sp>
      <p:sp>
        <p:nvSpPr>
          <p:cNvPr id="91" name="Text Placeholder 90">
            <a:extLst>
              <a:ext uri="{FF2B5EF4-FFF2-40B4-BE49-F238E27FC236}">
                <a16:creationId xmlns:a16="http://schemas.microsoft.com/office/drawing/2014/main" id="{873602FE-5E39-2C9B-85CF-116F3198E718}"/>
              </a:ext>
            </a:extLst>
          </p:cNvPr>
          <p:cNvSpPr>
            <a:spLocks noGrp="1"/>
          </p:cNvSpPr>
          <p:nvPr>
            <p:ph type="body" sz="quarter" idx="14"/>
          </p:nvPr>
        </p:nvSpPr>
        <p:spPr>
          <a:xfrm>
            <a:off x="3547386" y="3048000"/>
            <a:ext cx="2468880" cy="904241"/>
          </a:xfrm>
        </p:spPr>
        <p:txBody>
          <a:bodyPr/>
          <a:lstStyle/>
          <a:p>
            <a:r>
              <a:rPr lang="en-US" sz="2400" dirty="0">
                <a:latin typeface="Arial" panose="020B0604020202020204" pitchFamily="34" charset="0"/>
                <a:cs typeface="Arial" panose="020B0604020202020204" pitchFamily="34" charset="0"/>
              </a:rPr>
              <a:t>Milestone 2</a:t>
            </a:r>
          </a:p>
          <a:p>
            <a:r>
              <a:rPr lang="en-US" sz="1600" dirty="0">
                <a:latin typeface="Arial" panose="020B0604020202020204" pitchFamily="34" charset="0"/>
                <a:cs typeface="Arial" panose="020B0604020202020204" pitchFamily="34" charset="0"/>
              </a:rPr>
              <a:t>Weeks 3-4</a:t>
            </a:r>
          </a:p>
          <a:p>
            <a:endParaRPr lang="en-IN" sz="1600" dirty="0">
              <a:latin typeface="Arial" panose="020B0604020202020204" pitchFamily="34" charset="0"/>
              <a:cs typeface="Arial" panose="020B0604020202020204" pitchFamily="34" charset="0"/>
            </a:endParaRPr>
          </a:p>
        </p:txBody>
      </p:sp>
      <p:sp>
        <p:nvSpPr>
          <p:cNvPr id="38" name="Text Placeholder 37">
            <a:extLst>
              <a:ext uri="{FF2B5EF4-FFF2-40B4-BE49-F238E27FC236}">
                <a16:creationId xmlns:a16="http://schemas.microsoft.com/office/drawing/2014/main" id="{4C6E8115-FB19-2354-545B-425992992BE2}"/>
              </a:ext>
            </a:extLst>
          </p:cNvPr>
          <p:cNvSpPr>
            <a:spLocks noGrp="1"/>
          </p:cNvSpPr>
          <p:nvPr>
            <p:ph type="body" sz="quarter" idx="15"/>
          </p:nvPr>
        </p:nvSpPr>
        <p:spPr>
          <a:xfrm>
            <a:off x="3587253" y="4498489"/>
            <a:ext cx="2468880" cy="1679059"/>
          </a:xfrm>
        </p:spPr>
        <p:txBody>
          <a:bodyPr/>
          <a:lstStyle/>
          <a:p>
            <a:r>
              <a:rPr lang="en-US" sz="1600" dirty="0">
                <a:latin typeface="Arial" panose="020B0604020202020204" pitchFamily="34" charset="0"/>
                <a:cs typeface="Arial" panose="020B0604020202020204" pitchFamily="34" charset="0"/>
              </a:rPr>
              <a:t>Implement a text preprocessing pipeline with NLTK, </a:t>
            </a:r>
            <a:r>
              <a:rPr lang="en-US" sz="1600" dirty="0" err="1">
                <a:latin typeface="Arial" panose="020B0604020202020204" pitchFamily="34" charset="0"/>
                <a:cs typeface="Arial" panose="020B0604020202020204" pitchFamily="34" charset="0"/>
              </a:rPr>
              <a:t>spaCy</a:t>
            </a:r>
            <a:r>
              <a:rPr lang="en-US" sz="1600" dirty="0">
                <a:latin typeface="Arial" panose="020B0604020202020204" pitchFamily="34" charset="0"/>
                <a:cs typeface="Arial" panose="020B0604020202020204" pitchFamily="34" charset="0"/>
              </a:rPr>
              <a:t>, and Hugging Face models. Enhance the UI to display review sentiments, supporting multiple formats</a:t>
            </a:r>
            <a:endParaRPr lang="en-IN" sz="1600" dirty="0">
              <a:latin typeface="Arial" panose="020B0604020202020204" pitchFamily="34" charset="0"/>
              <a:cs typeface="Arial" panose="020B0604020202020204" pitchFamily="34" charset="0"/>
            </a:endParaRPr>
          </a:p>
        </p:txBody>
      </p:sp>
      <p:sp>
        <p:nvSpPr>
          <p:cNvPr id="92" name="Text Placeholder 91">
            <a:extLst>
              <a:ext uri="{FF2B5EF4-FFF2-40B4-BE49-F238E27FC236}">
                <a16:creationId xmlns:a16="http://schemas.microsoft.com/office/drawing/2014/main" id="{096B83D7-3F3A-9EC1-11AA-3ADB1F235463}"/>
              </a:ext>
            </a:extLst>
          </p:cNvPr>
          <p:cNvSpPr>
            <a:spLocks noGrp="1"/>
          </p:cNvSpPr>
          <p:nvPr>
            <p:ph type="body" sz="quarter" idx="16"/>
          </p:nvPr>
        </p:nvSpPr>
        <p:spPr>
          <a:xfrm>
            <a:off x="6052248" y="3083560"/>
            <a:ext cx="2468880" cy="817881"/>
          </a:xfrm>
        </p:spPr>
        <p:txBody>
          <a:bodyPr/>
          <a:lstStyle/>
          <a:p>
            <a:r>
              <a:rPr lang="en-US" sz="2400" dirty="0">
                <a:latin typeface="Arial" panose="020B0604020202020204" pitchFamily="34" charset="0"/>
                <a:cs typeface="Arial" panose="020B0604020202020204" pitchFamily="34" charset="0"/>
              </a:rPr>
              <a:t>Milestone 3</a:t>
            </a:r>
          </a:p>
          <a:p>
            <a:r>
              <a:rPr lang="en-IN" sz="1600" dirty="0"/>
              <a:t>Weeks 5-6</a:t>
            </a:r>
          </a:p>
        </p:txBody>
      </p:sp>
      <p:sp>
        <p:nvSpPr>
          <p:cNvPr id="40" name="Text Placeholder 39">
            <a:extLst>
              <a:ext uri="{FF2B5EF4-FFF2-40B4-BE49-F238E27FC236}">
                <a16:creationId xmlns:a16="http://schemas.microsoft.com/office/drawing/2014/main" id="{BC75BF3D-1F6F-EA5E-8C06-F75040074DA6}"/>
              </a:ext>
            </a:extLst>
          </p:cNvPr>
          <p:cNvSpPr>
            <a:spLocks noGrp="1"/>
          </p:cNvSpPr>
          <p:nvPr>
            <p:ph type="body" sz="quarter" idx="17"/>
          </p:nvPr>
        </p:nvSpPr>
        <p:spPr>
          <a:xfrm>
            <a:off x="6096000" y="4508648"/>
            <a:ext cx="2468880" cy="2349351"/>
          </a:xfrm>
        </p:spPr>
        <p:txBody>
          <a:bodyPr/>
          <a:lstStyle/>
          <a:p>
            <a:r>
              <a:rPr lang="en-US" sz="1460" dirty="0">
                <a:latin typeface="Arial" panose="020B0604020202020204" pitchFamily="34" charset="0"/>
                <a:cs typeface="Arial" panose="020B0604020202020204" pitchFamily="34" charset="0"/>
              </a:rPr>
              <a:t>Implement aspect-based sentiment analysis using rule-based extraction, </a:t>
            </a:r>
            <a:r>
              <a:rPr lang="en-US" sz="1460" dirty="0" err="1">
                <a:latin typeface="Arial" panose="020B0604020202020204" pitchFamily="34" charset="0"/>
                <a:cs typeface="Arial" panose="020B0604020202020204" pitchFamily="34" charset="0"/>
              </a:rPr>
              <a:t>spaCy</a:t>
            </a:r>
            <a:r>
              <a:rPr lang="en-US" sz="1460" dirty="0">
                <a:latin typeface="Arial" panose="020B0604020202020204" pitchFamily="34" charset="0"/>
                <a:cs typeface="Arial" panose="020B0604020202020204" pitchFamily="34" charset="0"/>
              </a:rPr>
              <a:t> parsing, and optional NER models. Analyze aspect sentiments with Hugging Face, VADER, and Pandas, displaying detailed results in the web app.</a:t>
            </a:r>
            <a:endParaRPr lang="en-IN" sz="1460" dirty="0">
              <a:latin typeface="Arial" panose="020B0604020202020204" pitchFamily="34" charset="0"/>
              <a:cs typeface="Arial" panose="020B0604020202020204" pitchFamily="34" charset="0"/>
            </a:endParaRPr>
          </a:p>
        </p:txBody>
      </p:sp>
      <p:sp>
        <p:nvSpPr>
          <p:cNvPr id="93" name="Text Placeholder 92">
            <a:extLst>
              <a:ext uri="{FF2B5EF4-FFF2-40B4-BE49-F238E27FC236}">
                <a16:creationId xmlns:a16="http://schemas.microsoft.com/office/drawing/2014/main" id="{076E697A-AA1B-E2A6-9E18-12E67F7648E4}"/>
              </a:ext>
            </a:extLst>
          </p:cNvPr>
          <p:cNvSpPr>
            <a:spLocks noGrp="1"/>
          </p:cNvSpPr>
          <p:nvPr>
            <p:ph type="body" sz="quarter" idx="18"/>
          </p:nvPr>
        </p:nvSpPr>
        <p:spPr>
          <a:xfrm>
            <a:off x="8680596" y="3083560"/>
            <a:ext cx="2468880" cy="904240"/>
          </a:xfrm>
        </p:spPr>
        <p:txBody>
          <a:bodyPr/>
          <a:lstStyle/>
          <a:p>
            <a:r>
              <a:rPr lang="en-US" sz="2400" dirty="0">
                <a:latin typeface="Arial" panose="020B0604020202020204" pitchFamily="34" charset="0"/>
                <a:cs typeface="Arial" panose="020B0604020202020204" pitchFamily="34" charset="0"/>
              </a:rPr>
              <a:t>Milestone 4</a:t>
            </a:r>
          </a:p>
          <a:p>
            <a:r>
              <a:rPr lang="en-IN" sz="1600" dirty="0">
                <a:latin typeface="Arial" panose="020B0604020202020204" pitchFamily="34" charset="0"/>
                <a:cs typeface="Arial" panose="020B0604020202020204" pitchFamily="34" charset="0"/>
              </a:rPr>
              <a:t>Weeks 7-8</a:t>
            </a:r>
          </a:p>
          <a:p>
            <a:endParaRPr lang="en-IN" sz="1600" dirty="0">
              <a:latin typeface="Arial" panose="020B0604020202020204" pitchFamily="34" charset="0"/>
              <a:cs typeface="Arial" panose="020B0604020202020204" pitchFamily="34" charset="0"/>
            </a:endParaRPr>
          </a:p>
        </p:txBody>
      </p:sp>
      <p:sp>
        <p:nvSpPr>
          <p:cNvPr id="42" name="Text Placeholder 41">
            <a:extLst>
              <a:ext uri="{FF2B5EF4-FFF2-40B4-BE49-F238E27FC236}">
                <a16:creationId xmlns:a16="http://schemas.microsoft.com/office/drawing/2014/main" id="{3AEC480A-AF44-38DE-664C-E777792757E9}"/>
              </a:ext>
            </a:extLst>
          </p:cNvPr>
          <p:cNvSpPr>
            <a:spLocks noGrp="1"/>
          </p:cNvSpPr>
          <p:nvPr>
            <p:ph type="body" sz="quarter" idx="19"/>
          </p:nvPr>
        </p:nvSpPr>
        <p:spPr>
          <a:xfrm>
            <a:off x="8724349" y="4466470"/>
            <a:ext cx="2468880" cy="1724122"/>
          </a:xfrm>
        </p:spPr>
        <p:txBody>
          <a:bodyPr/>
          <a:lstStyle/>
          <a:p>
            <a:r>
              <a:rPr lang="en-US" sz="1600" dirty="0">
                <a:latin typeface="Arial" panose="020B0604020202020204" pitchFamily="34" charset="0"/>
                <a:cs typeface="Arial" panose="020B0604020202020204" pitchFamily="34" charset="0"/>
              </a:rPr>
              <a:t>Create interactive dashboards with </a:t>
            </a:r>
            <a:r>
              <a:rPr lang="en-US" sz="1600" dirty="0" err="1">
                <a:latin typeface="Arial" panose="020B0604020202020204" pitchFamily="34" charset="0"/>
                <a:cs typeface="Arial" panose="020B0604020202020204" pitchFamily="34" charset="0"/>
              </a:rPr>
              <a:t>Streamlit</a:t>
            </a:r>
            <a:r>
              <a:rPr lang="en-US" sz="1600" dirty="0">
                <a:latin typeface="Arial" panose="020B0604020202020204" pitchFamily="34" charset="0"/>
                <a:cs typeface="Arial" panose="020B0604020202020204" pitchFamily="34" charset="0"/>
              </a:rPr>
              <a:t>, Dash, or </a:t>
            </a:r>
            <a:r>
              <a:rPr lang="en-US" sz="1600" dirty="0" err="1">
                <a:latin typeface="Arial" panose="020B0604020202020204" pitchFamily="34" charset="0"/>
                <a:cs typeface="Arial" panose="020B0604020202020204" pitchFamily="34" charset="0"/>
              </a:rPr>
              <a:t>Plotly</a:t>
            </a:r>
            <a:r>
              <a:rPr lang="en-US" sz="1600" dirty="0">
                <a:latin typeface="Arial" panose="020B0604020202020204" pitchFamily="34" charset="0"/>
                <a:cs typeface="Arial" panose="020B0604020202020204" pitchFamily="34" charset="0"/>
              </a:rPr>
              <a:t> to show sentiment trends over time. Develop an admin interface for managing aspect categories.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0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7E871-150A-F942-4EE4-57C3DFD32BE7}"/>
              </a:ext>
            </a:extLst>
          </p:cNvPr>
          <p:cNvSpPr>
            <a:spLocks noGrp="1"/>
          </p:cNvSpPr>
          <p:nvPr>
            <p:ph type="title"/>
          </p:nvPr>
        </p:nvSpPr>
        <p:spPr>
          <a:xfrm>
            <a:off x="1536192" y="182881"/>
            <a:ext cx="8878824" cy="701040"/>
          </a:xfrm>
        </p:spPr>
        <p:txBody>
          <a:bodyPr/>
          <a:lstStyle/>
          <a:p>
            <a:pPr algn="ctr"/>
            <a:r>
              <a:rPr lang="en-IN" sz="3600" dirty="0"/>
              <a:t>Core Modules &amp; Features</a:t>
            </a:r>
          </a:p>
        </p:txBody>
      </p:sp>
      <p:sp>
        <p:nvSpPr>
          <p:cNvPr id="3" name="Content Placeholder 2">
            <a:extLst>
              <a:ext uri="{FF2B5EF4-FFF2-40B4-BE49-F238E27FC236}">
                <a16:creationId xmlns:a16="http://schemas.microsoft.com/office/drawing/2014/main" id="{3A8626D7-877A-4F2F-1FF8-A957616E7027}"/>
              </a:ext>
            </a:extLst>
          </p:cNvPr>
          <p:cNvSpPr>
            <a:spLocks noGrp="1"/>
          </p:cNvSpPr>
          <p:nvPr>
            <p:ph sz="half" idx="2"/>
          </p:nvPr>
        </p:nvSpPr>
        <p:spPr>
          <a:xfrm>
            <a:off x="1076960" y="1143000"/>
            <a:ext cx="3260344" cy="5308600"/>
          </a:xfrm>
        </p:spPr>
        <p:txBody>
          <a:bodyPr/>
          <a:lstStyle/>
          <a:p>
            <a:pPr marL="0" indent="0" algn="ctr">
              <a:buNone/>
            </a:pPr>
            <a:r>
              <a:rPr lang="en-IN" sz="2000" b="1" dirty="0">
                <a:solidFill>
                  <a:srgbClr val="FFFF00"/>
                </a:solidFill>
                <a:latin typeface="Arial" panose="020B0604020202020204" pitchFamily="34" charset="0"/>
                <a:cs typeface="Arial" panose="020B0604020202020204" pitchFamily="34" charset="0"/>
              </a:rPr>
              <a:t>User Authentication and Profile Management </a:t>
            </a:r>
          </a:p>
          <a:p>
            <a:r>
              <a:rPr lang="en-IN" sz="1700" dirty="0">
                <a:latin typeface="Arial" panose="020B0604020202020204" pitchFamily="34" charset="0"/>
                <a:cs typeface="Arial" panose="020B0604020202020204" pitchFamily="34" charset="0"/>
              </a:rPr>
              <a:t>User registration and login with JWT security </a:t>
            </a:r>
          </a:p>
          <a:p>
            <a:r>
              <a:rPr lang="en-IN" sz="1700" dirty="0">
                <a:latin typeface="Arial" panose="020B0604020202020204" pitchFamily="34" charset="0"/>
                <a:cs typeface="Arial" panose="020B0604020202020204" pitchFamily="34" charset="0"/>
              </a:rPr>
              <a:t>Profile management for datasets and analysis reports</a:t>
            </a:r>
          </a:p>
          <a:p>
            <a:endParaRPr lang="en-IN" sz="2000" dirty="0">
              <a:solidFill>
                <a:srgbClr val="FFFF00"/>
              </a:solidFill>
              <a:latin typeface="Arial" panose="020B0604020202020204" pitchFamily="34" charset="0"/>
              <a:cs typeface="Arial" panose="020B0604020202020204" pitchFamily="34" charset="0"/>
            </a:endParaRPr>
          </a:p>
          <a:p>
            <a:pPr marL="0" indent="0" algn="ctr">
              <a:buNone/>
            </a:pPr>
            <a:r>
              <a:rPr lang="en-IN" sz="2000" b="1" dirty="0">
                <a:solidFill>
                  <a:srgbClr val="FFFF00"/>
                </a:solidFill>
                <a:latin typeface="Arial" panose="020B0604020202020204" pitchFamily="34" charset="0"/>
                <a:cs typeface="Arial" panose="020B0604020202020204" pitchFamily="34" charset="0"/>
              </a:rPr>
              <a:t> Review Ingestion &amp; Preprocessing</a:t>
            </a:r>
          </a:p>
          <a:p>
            <a:r>
              <a:rPr lang="en-IN" sz="2000" dirty="0">
                <a:latin typeface="Arial" panose="020B0604020202020204" pitchFamily="34" charset="0"/>
                <a:cs typeface="Arial" panose="020B0604020202020204" pitchFamily="34" charset="0"/>
              </a:rPr>
              <a:t> </a:t>
            </a:r>
            <a:r>
              <a:rPr lang="en-IN" sz="1700" dirty="0">
                <a:latin typeface="Arial" panose="020B0604020202020204" pitchFamily="34" charset="0"/>
                <a:cs typeface="Arial" panose="020B0604020202020204" pitchFamily="34" charset="0"/>
              </a:rPr>
              <a:t>Interface for uploading review datasets CSV, text files)</a:t>
            </a:r>
          </a:p>
          <a:p>
            <a:r>
              <a:rPr lang="en-IN" sz="1700" dirty="0">
                <a:latin typeface="Arial" panose="020B0604020202020204" pitchFamily="34" charset="0"/>
                <a:cs typeface="Arial" panose="020B0604020202020204" pitchFamily="34" charset="0"/>
              </a:rPr>
              <a:t> Automated text cleaning, tokenization, and normalization</a:t>
            </a:r>
          </a:p>
        </p:txBody>
      </p:sp>
      <p:sp>
        <p:nvSpPr>
          <p:cNvPr id="4" name="Content Placeholder 3">
            <a:extLst>
              <a:ext uri="{FF2B5EF4-FFF2-40B4-BE49-F238E27FC236}">
                <a16:creationId xmlns:a16="http://schemas.microsoft.com/office/drawing/2014/main" id="{5A7E5FF8-E589-7695-22C7-2B2899396494}"/>
              </a:ext>
            </a:extLst>
          </p:cNvPr>
          <p:cNvSpPr>
            <a:spLocks noGrp="1"/>
          </p:cNvSpPr>
          <p:nvPr>
            <p:ph sz="quarter" idx="4"/>
          </p:nvPr>
        </p:nvSpPr>
        <p:spPr>
          <a:xfrm>
            <a:off x="4678680" y="1143000"/>
            <a:ext cx="3176018" cy="5532119"/>
          </a:xfrm>
        </p:spPr>
        <p:txBody>
          <a:bodyPr/>
          <a:lstStyle/>
          <a:p>
            <a:r>
              <a:rPr lang="en-US" sz="2000" b="1" dirty="0">
                <a:solidFill>
                  <a:srgbClr val="FFFF00"/>
                </a:solidFill>
                <a:latin typeface="Arial" panose="020B0604020202020204" pitchFamily="34" charset="0"/>
                <a:cs typeface="Arial" panose="020B0604020202020204" pitchFamily="34" charset="0"/>
              </a:rPr>
              <a:t>NLP Analysis Module Core </a:t>
            </a:r>
          </a:p>
          <a:p>
            <a:r>
              <a:rPr lang="en-US" sz="1700" dirty="0">
                <a:latin typeface="Arial" panose="020B0604020202020204" pitchFamily="34" charset="0"/>
                <a:cs typeface="Arial" panose="020B0604020202020204" pitchFamily="34" charset="0"/>
              </a:rPr>
              <a:t>Aspect Extraction: Identify key aspects/features mentioned in reviews</a:t>
            </a:r>
          </a:p>
          <a:p>
            <a:r>
              <a:rPr lang="en-US" sz="1700" dirty="0">
                <a:latin typeface="Arial" panose="020B0604020202020204" pitchFamily="34" charset="0"/>
                <a:cs typeface="Arial" panose="020B0604020202020204" pitchFamily="34" charset="0"/>
              </a:rPr>
              <a:t>Overall Sentiment Analysis: General sentiment score for entire review</a:t>
            </a:r>
          </a:p>
          <a:p>
            <a:endParaRPr lang="en-US" sz="1700" dirty="0">
              <a:latin typeface="Arial" panose="020B0604020202020204" pitchFamily="34" charset="0"/>
              <a:cs typeface="Arial" panose="020B0604020202020204" pitchFamily="34" charset="0"/>
            </a:endParaRPr>
          </a:p>
          <a:p>
            <a:r>
              <a:rPr lang="en-US" sz="2000" b="1" dirty="0">
                <a:solidFill>
                  <a:srgbClr val="FFFF00"/>
                </a:solidFill>
                <a:latin typeface="Arial" panose="020B0604020202020204" pitchFamily="34" charset="0"/>
                <a:cs typeface="Arial" panose="020B0604020202020204" pitchFamily="34" charset="0"/>
              </a:rPr>
              <a:t>Data Aggregation &amp; Insight Generation</a:t>
            </a:r>
          </a:p>
          <a:p>
            <a:r>
              <a:rPr lang="en-US" dirty="0">
                <a:latin typeface="Arial" panose="020B0604020202020204" pitchFamily="34" charset="0"/>
                <a:cs typeface="Arial" panose="020B0604020202020204" pitchFamily="34" charset="0"/>
              </a:rPr>
              <a:t> Aggregate sentiment scores per aspect across multiple reviews </a:t>
            </a:r>
          </a:p>
          <a:p>
            <a:r>
              <a:rPr lang="en-US" dirty="0">
                <a:latin typeface="Arial" panose="020B0604020202020204" pitchFamily="34" charset="0"/>
                <a:cs typeface="Arial" panose="020B0604020202020204" pitchFamily="34" charset="0"/>
              </a:rPr>
              <a:t>Identify top positive/negative aspects</a:t>
            </a:r>
          </a:p>
          <a:p>
            <a:pPr marL="0" indent="0">
              <a:buNone/>
            </a:pPr>
            <a:endParaRPr lang="en-IN" dirty="0"/>
          </a:p>
        </p:txBody>
      </p:sp>
      <p:sp>
        <p:nvSpPr>
          <p:cNvPr id="8" name="Content Placeholder 7">
            <a:extLst>
              <a:ext uri="{FF2B5EF4-FFF2-40B4-BE49-F238E27FC236}">
                <a16:creationId xmlns:a16="http://schemas.microsoft.com/office/drawing/2014/main" id="{0E723246-1598-FD20-5F6F-33FCCB098320}"/>
              </a:ext>
            </a:extLst>
          </p:cNvPr>
          <p:cNvSpPr>
            <a:spLocks noGrp="1"/>
          </p:cNvSpPr>
          <p:nvPr>
            <p:ph sz="quarter" idx="14"/>
          </p:nvPr>
        </p:nvSpPr>
        <p:spPr>
          <a:xfrm>
            <a:off x="8227568" y="1142999"/>
            <a:ext cx="3304032" cy="5400041"/>
          </a:xfrm>
        </p:spPr>
        <p:txBody>
          <a:bodyPr/>
          <a:lstStyle/>
          <a:p>
            <a:pPr marL="338252" lvl="1" indent="0" algn="ctr">
              <a:buNone/>
            </a:pPr>
            <a:r>
              <a:rPr lang="en-US" sz="2000" b="1" dirty="0">
                <a:solidFill>
                  <a:srgbClr val="FFFF00"/>
                </a:solidFill>
                <a:latin typeface="Arial" panose="020B0604020202020204" pitchFamily="34" charset="0"/>
                <a:cs typeface="Arial" panose="020B0604020202020204" pitchFamily="34" charset="0"/>
              </a:rPr>
              <a:t>Visualization &amp; Reporting</a:t>
            </a:r>
          </a:p>
          <a:p>
            <a:r>
              <a:rPr lang="en-US" sz="1700" dirty="0">
                <a:latin typeface="Arial" panose="020B0604020202020204" pitchFamily="34" charset="0"/>
                <a:cs typeface="Arial" panose="020B0604020202020204" pitchFamily="34" charset="0"/>
              </a:rPr>
              <a:t> Interactive dashboards with aspect-level sentiment distribution</a:t>
            </a:r>
          </a:p>
          <a:p>
            <a:r>
              <a:rPr lang="en-US" sz="1700" dirty="0">
                <a:latin typeface="Arial" panose="020B0604020202020204" pitchFamily="34" charset="0"/>
                <a:cs typeface="Arial" panose="020B0604020202020204" pitchFamily="34" charset="0"/>
              </a:rPr>
              <a:t> Filter capabilities by aspect, product, or time </a:t>
            </a:r>
          </a:p>
          <a:p>
            <a:r>
              <a:rPr lang="en-US" sz="1700" dirty="0">
                <a:latin typeface="Arial" panose="020B0604020202020204" pitchFamily="34" charset="0"/>
                <a:cs typeface="Arial" panose="020B0604020202020204" pitchFamily="34" charset="0"/>
              </a:rPr>
              <a:t>Generate summary reports of key findings</a:t>
            </a:r>
          </a:p>
          <a:p>
            <a:pPr marL="0" indent="0" algn="ctr">
              <a:buNone/>
            </a:pP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 </a:t>
            </a:r>
            <a:r>
              <a:rPr lang="en-US" sz="2000" b="1" dirty="0">
                <a:solidFill>
                  <a:srgbClr val="FFFF00"/>
                </a:solidFill>
                <a:latin typeface="Arial" panose="020B0604020202020204" pitchFamily="34" charset="0"/>
                <a:cs typeface="Arial" panose="020B0604020202020204" pitchFamily="34" charset="0"/>
              </a:rPr>
              <a:t>Admin Dashboard </a:t>
            </a:r>
          </a:p>
          <a:p>
            <a:r>
              <a:rPr lang="en-US" sz="1700" dirty="0">
                <a:latin typeface="Arial" panose="020B0604020202020204" pitchFamily="34" charset="0"/>
                <a:cs typeface="Arial" panose="020B0604020202020204" pitchFamily="34" charset="0"/>
              </a:rPr>
              <a:t>Management of review categories/industries</a:t>
            </a:r>
          </a:p>
          <a:p>
            <a:r>
              <a:rPr lang="en-US" sz="1700" dirty="0">
                <a:latin typeface="Arial" panose="020B0604020202020204" pitchFamily="34" charset="0"/>
                <a:cs typeface="Arial" panose="020B0604020202020204" pitchFamily="34" charset="0"/>
              </a:rPr>
              <a:t> System usage and performance monitoring </a:t>
            </a:r>
          </a:p>
          <a:p>
            <a:r>
              <a:rPr lang="en-US" sz="1700" dirty="0">
                <a:latin typeface="Arial" panose="020B0604020202020204" pitchFamily="34" charset="0"/>
                <a:cs typeface="Arial" panose="020B0604020202020204" pitchFamily="34" charset="0"/>
              </a:rPr>
              <a:t>Analysis quality and model performance review</a:t>
            </a:r>
            <a:endParaRPr lang="en-IN" sz="17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391382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FBB15DA-BD1A-7FE0-8F21-D921E096057E}"/>
              </a:ext>
            </a:extLst>
          </p:cNvPr>
          <p:cNvSpPr txBox="1"/>
          <p:nvPr/>
        </p:nvSpPr>
        <p:spPr>
          <a:xfrm>
            <a:off x="8534400" y="1221899"/>
            <a:ext cx="3403600" cy="1107996"/>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HOME PAGE</a:t>
            </a:r>
          </a:p>
          <a:p>
            <a:pPr algn="ctr"/>
            <a:r>
              <a:rPr lang="en-US" dirty="0">
                <a:solidFill>
                  <a:srgbClr val="FFC000"/>
                </a:solidFill>
                <a:latin typeface="Arial" panose="020B0604020202020204" pitchFamily="34" charset="0"/>
                <a:cs typeface="Arial" panose="020B0604020202020204" pitchFamily="34" charset="0"/>
              </a:rPr>
              <a:t>The user can select to login or register </a:t>
            </a:r>
            <a:endParaRPr lang="en-IN" dirty="0">
              <a:solidFill>
                <a:srgbClr val="FFC000"/>
              </a:solidFill>
              <a:latin typeface="Arial" panose="020B0604020202020204" pitchFamily="34" charset="0"/>
              <a:cs typeface="Arial" panose="020B0604020202020204" pitchFamily="34" charset="0"/>
            </a:endParaRPr>
          </a:p>
        </p:txBody>
      </p:sp>
      <p:sp>
        <p:nvSpPr>
          <p:cNvPr id="19" name="Arrow: Left 18">
            <a:extLst>
              <a:ext uri="{FF2B5EF4-FFF2-40B4-BE49-F238E27FC236}">
                <a16:creationId xmlns:a16="http://schemas.microsoft.com/office/drawing/2014/main" id="{A79E8B16-BBEF-FBFA-04B5-5BCC7D7DC073}"/>
              </a:ext>
            </a:extLst>
          </p:cNvPr>
          <p:cNvSpPr/>
          <p:nvPr/>
        </p:nvSpPr>
        <p:spPr>
          <a:xfrm>
            <a:off x="7749066" y="1498704"/>
            <a:ext cx="785334" cy="218336"/>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76C9E6B-A29A-CDFF-ECBD-BEBF7C0734AD}"/>
              </a:ext>
            </a:extLst>
          </p:cNvPr>
          <p:cNvSpPr txBox="1"/>
          <p:nvPr/>
        </p:nvSpPr>
        <p:spPr>
          <a:xfrm>
            <a:off x="974585" y="4148435"/>
            <a:ext cx="4419800" cy="861774"/>
          </a:xfrm>
          <a:prstGeom prst="rect">
            <a:avLst/>
          </a:prstGeom>
          <a:noFill/>
        </p:spPr>
        <p:txBody>
          <a:bodyPr wrap="none" rtlCol="0">
            <a:spAutoFit/>
          </a:bodyPr>
          <a:lstStyle/>
          <a:p>
            <a:r>
              <a:rPr lang="en-US" sz="3200" dirty="0">
                <a:solidFill>
                  <a:schemeClr val="bg1"/>
                </a:solidFill>
                <a:latin typeface="Arial" panose="020B0604020202020204" pitchFamily="34" charset="0"/>
                <a:cs typeface="Arial" panose="020B0604020202020204" pitchFamily="34" charset="0"/>
              </a:rPr>
              <a:t>USER PROFILE PAGE</a:t>
            </a:r>
          </a:p>
          <a:p>
            <a:pPr algn="ctr"/>
            <a:r>
              <a:rPr lang="en-US" dirty="0">
                <a:solidFill>
                  <a:srgbClr val="FFC000"/>
                </a:solidFill>
                <a:latin typeface="Arial" panose="020B0604020202020204" pitchFamily="34" charset="0"/>
                <a:cs typeface="Arial" panose="020B0604020202020204" pitchFamily="34" charset="0"/>
              </a:rPr>
              <a:t>The user can create a new user id </a:t>
            </a:r>
            <a:endParaRPr lang="en-IN" dirty="0">
              <a:solidFill>
                <a:srgbClr val="FFC000"/>
              </a:solidFill>
              <a:latin typeface="Arial" panose="020B0604020202020204" pitchFamily="34" charset="0"/>
              <a:cs typeface="Arial" panose="020B0604020202020204" pitchFamily="34" charset="0"/>
            </a:endParaRPr>
          </a:p>
        </p:txBody>
      </p:sp>
      <p:sp>
        <p:nvSpPr>
          <p:cNvPr id="21" name="Arrow: Right 20">
            <a:extLst>
              <a:ext uri="{FF2B5EF4-FFF2-40B4-BE49-F238E27FC236}">
                <a16:creationId xmlns:a16="http://schemas.microsoft.com/office/drawing/2014/main" id="{03B083B6-1E2D-83A6-34D8-DBAB752D0A96}"/>
              </a:ext>
            </a:extLst>
          </p:cNvPr>
          <p:cNvSpPr/>
          <p:nvPr/>
        </p:nvSpPr>
        <p:spPr>
          <a:xfrm>
            <a:off x="2688313" y="5033186"/>
            <a:ext cx="894080" cy="31506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B66D42A7-2B92-AA55-F7C7-8C305731A6D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19623" y="3789620"/>
            <a:ext cx="6872377" cy="3117263"/>
          </a:xfrm>
          <a:prstGeom prst="rect">
            <a:avLst/>
          </a:prstGeom>
        </p:spPr>
      </p:pic>
      <p:pic>
        <p:nvPicPr>
          <p:cNvPr id="2" name="Picture 1">
            <a:extLst>
              <a:ext uri="{FF2B5EF4-FFF2-40B4-BE49-F238E27FC236}">
                <a16:creationId xmlns:a16="http://schemas.microsoft.com/office/drawing/2014/main" id="{9D475388-504C-682B-B5A5-863912D17E0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6027" y="56076"/>
            <a:ext cx="7139465" cy="3762246"/>
          </a:xfrm>
          <a:prstGeom prst="rect">
            <a:avLst/>
          </a:prstGeom>
        </p:spPr>
      </p:pic>
    </p:spTree>
    <p:extLst>
      <p:ext uri="{BB962C8B-B14F-4D97-AF65-F5344CB8AC3E}">
        <p14:creationId xmlns:p14="http://schemas.microsoft.com/office/powerpoint/2010/main" val="259152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FEE074-960B-421C-138A-116F331966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47802" y="3370111"/>
            <a:ext cx="6357934" cy="3429000"/>
          </a:xfrm>
          <a:prstGeom prst="rect">
            <a:avLst/>
          </a:prstGeom>
        </p:spPr>
      </p:pic>
      <p:sp>
        <p:nvSpPr>
          <p:cNvPr id="8" name="TextBox 7">
            <a:extLst>
              <a:ext uri="{FF2B5EF4-FFF2-40B4-BE49-F238E27FC236}">
                <a16:creationId xmlns:a16="http://schemas.microsoft.com/office/drawing/2014/main" id="{12CE41FE-9934-05E0-EFF5-4D155CF3AA6C}"/>
              </a:ext>
            </a:extLst>
          </p:cNvPr>
          <p:cNvSpPr txBox="1"/>
          <p:nvPr/>
        </p:nvSpPr>
        <p:spPr>
          <a:xfrm>
            <a:off x="8126115" y="1352752"/>
            <a:ext cx="3570209" cy="830997"/>
          </a:xfrm>
          <a:prstGeom prst="rect">
            <a:avLst/>
          </a:prstGeom>
          <a:noFill/>
        </p:spPr>
        <p:txBody>
          <a:bodyPr wrap="none" rtlCol="0">
            <a:spAutoFit/>
          </a:bodyPr>
          <a:lstStyle/>
          <a:p>
            <a:pPr algn="ctr"/>
            <a:r>
              <a:rPr lang="en-US" sz="3000" dirty="0">
                <a:solidFill>
                  <a:schemeClr val="bg1"/>
                </a:solidFill>
                <a:latin typeface="Arial" panose="020B0604020202020204" pitchFamily="34" charset="0"/>
                <a:cs typeface="Arial" panose="020B0604020202020204" pitchFamily="34" charset="0"/>
              </a:rPr>
              <a:t>LOGIN PAGE</a:t>
            </a:r>
          </a:p>
          <a:p>
            <a:pPr algn="ctr"/>
            <a:r>
              <a:rPr lang="en-US" dirty="0">
                <a:solidFill>
                  <a:srgbClr val="FFC000"/>
                </a:solidFill>
                <a:latin typeface="Arial" panose="020B0604020202020204" pitchFamily="34" charset="0"/>
                <a:cs typeface="Arial" panose="020B0604020202020204" pitchFamily="34" charset="0"/>
              </a:rPr>
              <a:t>The user can login to his account</a:t>
            </a:r>
            <a:endParaRPr lang="en-IN" dirty="0">
              <a:solidFill>
                <a:srgbClr val="FFC000"/>
              </a:solidFill>
              <a:latin typeface="Arial" panose="020B0604020202020204" pitchFamily="34" charset="0"/>
              <a:cs typeface="Arial" panose="020B0604020202020204" pitchFamily="34" charset="0"/>
            </a:endParaRPr>
          </a:p>
        </p:txBody>
      </p:sp>
      <p:sp>
        <p:nvSpPr>
          <p:cNvPr id="9" name="Arrow: Left 8">
            <a:extLst>
              <a:ext uri="{FF2B5EF4-FFF2-40B4-BE49-F238E27FC236}">
                <a16:creationId xmlns:a16="http://schemas.microsoft.com/office/drawing/2014/main" id="{B5F36A1A-564B-4D13-4084-0A3D68F43325}"/>
              </a:ext>
            </a:extLst>
          </p:cNvPr>
          <p:cNvSpPr/>
          <p:nvPr/>
        </p:nvSpPr>
        <p:spPr>
          <a:xfrm>
            <a:off x="9025301" y="2232148"/>
            <a:ext cx="1077209" cy="221254"/>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Arrow: Right 9">
            <a:extLst>
              <a:ext uri="{FF2B5EF4-FFF2-40B4-BE49-F238E27FC236}">
                <a16:creationId xmlns:a16="http://schemas.microsoft.com/office/drawing/2014/main" id="{59C8365E-7A65-D2E1-6A93-7C649E57ADAB}"/>
              </a:ext>
            </a:extLst>
          </p:cNvPr>
          <p:cNvSpPr/>
          <p:nvPr/>
        </p:nvSpPr>
        <p:spPr>
          <a:xfrm>
            <a:off x="2637623" y="5135467"/>
            <a:ext cx="965200" cy="2696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785658FD-D34B-2CD7-E156-405627A10FC4}"/>
              </a:ext>
            </a:extLst>
          </p:cNvPr>
          <p:cNvSpPr txBox="1"/>
          <p:nvPr/>
        </p:nvSpPr>
        <p:spPr>
          <a:xfrm>
            <a:off x="572089" y="4304470"/>
            <a:ext cx="5096268" cy="830997"/>
          </a:xfrm>
          <a:prstGeom prst="rect">
            <a:avLst/>
          </a:prstGeom>
          <a:noFill/>
        </p:spPr>
        <p:txBody>
          <a:bodyPr wrap="none" rtlCol="0">
            <a:spAutoFit/>
          </a:bodyPr>
          <a:lstStyle/>
          <a:p>
            <a:pPr algn="ctr"/>
            <a:r>
              <a:rPr lang="en-US" sz="3000" dirty="0">
                <a:solidFill>
                  <a:schemeClr val="bg1"/>
                </a:solidFill>
                <a:latin typeface="Arial" panose="020B0604020202020204" pitchFamily="34" charset="0"/>
                <a:cs typeface="Arial" panose="020B0604020202020204" pitchFamily="34" charset="0"/>
              </a:rPr>
              <a:t>DASHBOARD</a:t>
            </a:r>
          </a:p>
          <a:p>
            <a:pPr algn="ctr"/>
            <a:r>
              <a:rPr lang="en-IN" dirty="0">
                <a:solidFill>
                  <a:srgbClr val="FFC000"/>
                </a:solidFill>
                <a:latin typeface="Arial" panose="020B0604020202020204" pitchFamily="34" charset="0"/>
                <a:cs typeface="Arial" panose="020B0604020202020204" pitchFamily="34" charset="0"/>
              </a:rPr>
              <a:t>The Statistics of the user is present in this page </a:t>
            </a:r>
            <a:endParaRPr lang="en-US" dirty="0">
              <a:solidFill>
                <a:srgbClr val="FFC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308F7E3-8890-26DA-5216-74F031A8AA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4469" y="152214"/>
            <a:ext cx="7256595" cy="3201411"/>
          </a:xfrm>
          <a:prstGeom prst="rect">
            <a:avLst/>
          </a:prstGeom>
        </p:spPr>
      </p:pic>
    </p:spTree>
    <p:extLst>
      <p:ext uri="{BB962C8B-B14F-4D97-AF65-F5344CB8AC3E}">
        <p14:creationId xmlns:p14="http://schemas.microsoft.com/office/powerpoint/2010/main" val="360126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C6C0F6A-5D02-D9DF-F64C-6202F911BED1}"/>
              </a:ext>
            </a:extLst>
          </p:cNvPr>
          <p:cNvSpPr txBox="1">
            <a:spLocks/>
          </p:cNvSpPr>
          <p:nvPr/>
        </p:nvSpPr>
        <p:spPr>
          <a:xfrm>
            <a:off x="655108" y="1046299"/>
            <a:ext cx="10881784" cy="1069713"/>
          </a:xfrm>
          <a:prstGeom prst="rect">
            <a:avLst/>
          </a:prstGeom>
        </p:spPr>
        <p:txBody>
          <a:bodyPr vert="horz" lIns="91440" tIns="45720" rIns="91440" bIns="45720" rtlCol="0" anchor="ctr">
            <a:noAutofit/>
          </a:bodyPr>
          <a:lstStyle>
            <a:lvl1pPr algn="l" defTabSz="913280" rtl="0" eaLnBrk="1" fontAlgn="base" hangingPunct="1">
              <a:lnSpc>
                <a:spcPct val="90000"/>
              </a:lnSpc>
              <a:spcBef>
                <a:spcPct val="0"/>
              </a:spcBef>
              <a:spcAft>
                <a:spcPct val="0"/>
              </a:spcAft>
              <a:defRPr sz="3995" b="1" kern="1200" cap="all" spc="599">
                <a:solidFill>
                  <a:schemeClr val="bg1"/>
                </a:solidFill>
                <a:latin typeface="+mj-lt"/>
                <a:ea typeface="+mj-ea"/>
                <a:cs typeface="+mj-cs"/>
              </a:defRPr>
            </a:lvl1pPr>
            <a:lvl2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2pPr>
            <a:lvl3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3pPr>
            <a:lvl4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4pPr>
            <a:lvl5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5pPr>
            <a:lvl6pPr marL="60885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6pPr>
            <a:lvl7pPr marL="1217706"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7pPr>
            <a:lvl8pPr marL="1826560"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8pPr>
            <a:lvl9pPr marL="243541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9pPr>
          </a:lstStyle>
          <a:p>
            <a:endParaRPr lang="en-IN" dirty="0"/>
          </a:p>
        </p:txBody>
      </p:sp>
      <p:pic>
        <p:nvPicPr>
          <p:cNvPr id="7" name="Picture 6">
            <a:extLst>
              <a:ext uri="{FF2B5EF4-FFF2-40B4-BE49-F238E27FC236}">
                <a16:creationId xmlns:a16="http://schemas.microsoft.com/office/drawing/2014/main" id="{FB7ABC04-C99F-3D78-C06C-DF31AB92F3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39607" y="972446"/>
            <a:ext cx="9714317" cy="5821175"/>
          </a:xfrm>
          <a:prstGeom prst="rect">
            <a:avLst/>
          </a:prstGeom>
        </p:spPr>
      </p:pic>
      <p:sp>
        <p:nvSpPr>
          <p:cNvPr id="8" name="TextBox 7">
            <a:extLst>
              <a:ext uri="{FF2B5EF4-FFF2-40B4-BE49-F238E27FC236}">
                <a16:creationId xmlns:a16="http://schemas.microsoft.com/office/drawing/2014/main" id="{DCCF07FC-6B37-ABD0-BC7C-463C1C783F35}"/>
              </a:ext>
            </a:extLst>
          </p:cNvPr>
          <p:cNvSpPr txBox="1"/>
          <p:nvPr/>
        </p:nvSpPr>
        <p:spPr>
          <a:xfrm>
            <a:off x="4770791" y="64379"/>
            <a:ext cx="3355291" cy="800219"/>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REVIEW PAGE</a:t>
            </a:r>
          </a:p>
          <a:p>
            <a:pPr algn="ctr"/>
            <a:r>
              <a:rPr lang="en-US" sz="1600" dirty="0">
                <a:solidFill>
                  <a:srgbClr val="FFC000"/>
                </a:solidFill>
                <a:latin typeface="Arial" panose="020B0604020202020204" pitchFamily="34" charset="0"/>
                <a:cs typeface="Arial" panose="020B0604020202020204" pitchFamily="34" charset="0"/>
              </a:rPr>
              <a:t>User can view their reviews here</a:t>
            </a:r>
            <a:endParaRPr lang="en-IN" sz="1600"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02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5279-361A-0647-016C-5FC7A6D26034}"/>
              </a:ext>
            </a:extLst>
          </p:cNvPr>
          <p:cNvSpPr>
            <a:spLocks noGrp="1"/>
          </p:cNvSpPr>
          <p:nvPr>
            <p:ph type="title"/>
          </p:nvPr>
        </p:nvSpPr>
        <p:spPr>
          <a:xfrm>
            <a:off x="942340" y="199214"/>
            <a:ext cx="10741660" cy="630101"/>
          </a:xfrm>
        </p:spPr>
        <p:txBody>
          <a:bodyPr/>
          <a:lstStyle/>
          <a:p>
            <a:pPr algn="ctr"/>
            <a:r>
              <a:rPr lang="en-US" sz="3200" dirty="0">
                <a:latin typeface="Arial" panose="020B0604020202020204" pitchFamily="34" charset="0"/>
                <a:cs typeface="Arial" panose="020B0604020202020204" pitchFamily="34" charset="0"/>
              </a:rPr>
              <a:t>User insight page</a:t>
            </a:r>
            <a:endParaRPr lang="en-IN" sz="32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49DD317-F0CF-2037-1A6E-96E7ABED20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44652" y="971876"/>
            <a:ext cx="10047752" cy="5034408"/>
          </a:xfrm>
          <a:prstGeom prst="rect">
            <a:avLst/>
          </a:prstGeom>
        </p:spPr>
      </p:pic>
    </p:spTree>
    <p:extLst>
      <p:ext uri="{BB962C8B-B14F-4D97-AF65-F5344CB8AC3E}">
        <p14:creationId xmlns:p14="http://schemas.microsoft.com/office/powerpoint/2010/main" val="4206115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B354E-625F-CA93-933F-1035FCBE5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518C1-C7C5-33CF-0EFB-47F4D5F8FE72}"/>
              </a:ext>
            </a:extLst>
          </p:cNvPr>
          <p:cNvSpPr>
            <a:spLocks noGrp="1"/>
          </p:cNvSpPr>
          <p:nvPr>
            <p:ph type="title"/>
          </p:nvPr>
        </p:nvSpPr>
        <p:spPr>
          <a:xfrm>
            <a:off x="850325" y="60229"/>
            <a:ext cx="10741660" cy="630101"/>
          </a:xfrm>
        </p:spPr>
        <p:txBody>
          <a:bodyPr/>
          <a:lstStyle/>
          <a:p>
            <a:pPr algn="ctr"/>
            <a:r>
              <a:rPr lang="en-US" sz="3200" dirty="0">
                <a:latin typeface="Arial" panose="020B0604020202020204" pitchFamily="34" charset="0"/>
                <a:cs typeface="Arial" panose="020B0604020202020204" pitchFamily="34" charset="0"/>
              </a:rPr>
              <a:t>User insight page</a:t>
            </a:r>
            <a:endParaRPr lang="en-IN" sz="32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4517C04-1875-62CA-5AC7-BED2293DB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652" y="639533"/>
            <a:ext cx="4750633" cy="3513541"/>
          </a:xfrm>
          <a:prstGeom prst="rect">
            <a:avLst/>
          </a:prstGeom>
        </p:spPr>
      </p:pic>
      <p:pic>
        <p:nvPicPr>
          <p:cNvPr id="13" name="Picture 12">
            <a:extLst>
              <a:ext uri="{FF2B5EF4-FFF2-40B4-BE49-F238E27FC236}">
                <a16:creationId xmlns:a16="http://schemas.microsoft.com/office/drawing/2014/main" id="{4103DE76-18C8-F264-0B62-CB82DE5E1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1969" y="639533"/>
            <a:ext cx="6159261" cy="3421811"/>
          </a:xfrm>
          <a:prstGeom prst="rect">
            <a:avLst/>
          </a:prstGeom>
        </p:spPr>
      </p:pic>
      <p:pic>
        <p:nvPicPr>
          <p:cNvPr id="15" name="Picture 14">
            <a:extLst>
              <a:ext uri="{FF2B5EF4-FFF2-40B4-BE49-F238E27FC236}">
                <a16:creationId xmlns:a16="http://schemas.microsoft.com/office/drawing/2014/main" id="{48A2AE34-C0B2-F80C-AADE-95517F8069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5720" y="3835879"/>
            <a:ext cx="10081404" cy="2961892"/>
          </a:xfrm>
          <a:prstGeom prst="rect">
            <a:avLst/>
          </a:prstGeom>
        </p:spPr>
      </p:pic>
    </p:spTree>
    <p:extLst>
      <p:ext uri="{BB962C8B-B14F-4D97-AF65-F5344CB8AC3E}">
        <p14:creationId xmlns:p14="http://schemas.microsoft.com/office/powerpoint/2010/main" val="650658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F1E6582-8AF4-FA32-1BD0-1824F3799077}"/>
              </a:ext>
            </a:extLst>
          </p:cNvPr>
          <p:cNvSpPr txBox="1"/>
          <p:nvPr/>
        </p:nvSpPr>
        <p:spPr>
          <a:xfrm>
            <a:off x="2998833" y="80910"/>
            <a:ext cx="5191760" cy="553998"/>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ADMIN DASHBOARD</a:t>
            </a:r>
            <a:endParaRPr lang="en-IN" sz="30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1018496-D2F9-7BF8-6243-2B675B79C2CF}"/>
              </a:ext>
            </a:extLst>
          </p:cNvPr>
          <p:cNvSpPr txBox="1"/>
          <p:nvPr/>
        </p:nvSpPr>
        <p:spPr>
          <a:xfrm>
            <a:off x="8845814" y="2734031"/>
            <a:ext cx="356616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stats are available of the users are available here</a:t>
            </a:r>
            <a:endParaRPr lang="en-IN" dirty="0">
              <a:solidFill>
                <a:srgbClr val="FFC000"/>
              </a:solidFill>
              <a:latin typeface="Arial" panose="020B0604020202020204" pitchFamily="34" charset="0"/>
              <a:cs typeface="Arial" panose="020B0604020202020204" pitchFamily="34" charset="0"/>
            </a:endParaRPr>
          </a:p>
        </p:txBody>
      </p:sp>
      <p:sp>
        <p:nvSpPr>
          <p:cNvPr id="5" name="Arrow: Left 4">
            <a:extLst>
              <a:ext uri="{FF2B5EF4-FFF2-40B4-BE49-F238E27FC236}">
                <a16:creationId xmlns:a16="http://schemas.microsoft.com/office/drawing/2014/main" id="{658C8A5A-7D65-B782-7EE1-39E8AD262C5E}"/>
              </a:ext>
            </a:extLst>
          </p:cNvPr>
          <p:cNvSpPr/>
          <p:nvPr/>
        </p:nvSpPr>
        <p:spPr>
          <a:xfrm>
            <a:off x="10099375" y="3429000"/>
            <a:ext cx="1219200" cy="254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83933AAC-02D2-E85C-8037-95E6B487E2BD}"/>
              </a:ext>
            </a:extLst>
          </p:cNvPr>
          <p:cNvPicPr>
            <a:picLocks noChangeAspect="1"/>
          </p:cNvPicPr>
          <p:nvPr/>
        </p:nvPicPr>
        <p:blipFill>
          <a:blip r:embed="rId2"/>
          <a:stretch>
            <a:fillRect/>
          </a:stretch>
        </p:blipFill>
        <p:spPr>
          <a:xfrm>
            <a:off x="81760" y="735701"/>
            <a:ext cx="8924217" cy="5559125"/>
          </a:xfrm>
          <a:prstGeom prst="rect">
            <a:avLst/>
          </a:prstGeom>
        </p:spPr>
      </p:pic>
    </p:spTree>
    <p:extLst>
      <p:ext uri="{BB962C8B-B14F-4D97-AF65-F5344CB8AC3E}">
        <p14:creationId xmlns:p14="http://schemas.microsoft.com/office/powerpoint/2010/main" val="3630293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DEA25-DCF5-6A3D-8EB7-D19C458852B8}"/>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0DC17FE-30FF-061D-F844-1765A4EA625F}"/>
              </a:ext>
            </a:extLst>
          </p:cNvPr>
          <p:cNvSpPr txBox="1"/>
          <p:nvPr/>
        </p:nvSpPr>
        <p:spPr>
          <a:xfrm>
            <a:off x="3021837" y="113527"/>
            <a:ext cx="5191760" cy="553998"/>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ADMIN DASHBOARD</a:t>
            </a:r>
            <a:endParaRPr lang="en-IN" sz="30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17607BD-00F4-1811-BAE3-C0C749CA7073}"/>
              </a:ext>
            </a:extLst>
          </p:cNvPr>
          <p:cNvSpPr txBox="1"/>
          <p:nvPr/>
        </p:nvSpPr>
        <p:spPr>
          <a:xfrm>
            <a:off x="86918" y="2333924"/>
            <a:ext cx="350520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reviews of the users are available here </a:t>
            </a:r>
            <a:endParaRPr lang="en-IN" dirty="0">
              <a:solidFill>
                <a:srgbClr val="FFC000"/>
              </a:solidFill>
              <a:latin typeface="Arial" panose="020B0604020202020204" pitchFamily="34" charset="0"/>
              <a:cs typeface="Arial" panose="020B0604020202020204" pitchFamily="34" charset="0"/>
            </a:endParaRPr>
          </a:p>
        </p:txBody>
      </p:sp>
      <p:sp>
        <p:nvSpPr>
          <p:cNvPr id="3" name="Arrow: Right 2">
            <a:extLst>
              <a:ext uri="{FF2B5EF4-FFF2-40B4-BE49-F238E27FC236}">
                <a16:creationId xmlns:a16="http://schemas.microsoft.com/office/drawing/2014/main" id="{0B418126-4342-1032-FDB7-000FB6DBD752}"/>
              </a:ext>
            </a:extLst>
          </p:cNvPr>
          <p:cNvSpPr/>
          <p:nvPr/>
        </p:nvSpPr>
        <p:spPr>
          <a:xfrm>
            <a:off x="1220520" y="2980255"/>
            <a:ext cx="1237995" cy="264160"/>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345E5180-155F-82A5-999B-6C365CD43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1811" y="931685"/>
            <a:ext cx="8683271" cy="5383294"/>
          </a:xfrm>
          <a:prstGeom prst="rect">
            <a:avLst/>
          </a:prstGeom>
        </p:spPr>
      </p:pic>
    </p:spTree>
    <p:extLst>
      <p:ext uri="{BB962C8B-B14F-4D97-AF65-F5344CB8AC3E}">
        <p14:creationId xmlns:p14="http://schemas.microsoft.com/office/powerpoint/2010/main" val="2583045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7472-9AF1-4636-C924-420642B6A86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699A6EE-C26A-B85A-A9AF-3F3C44F59B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260" y="671040"/>
            <a:ext cx="8988725" cy="5861362"/>
          </a:xfrm>
          <a:prstGeom prst="rect">
            <a:avLst/>
          </a:prstGeom>
        </p:spPr>
      </p:pic>
      <p:sp>
        <p:nvSpPr>
          <p:cNvPr id="4" name="TextBox 3">
            <a:extLst>
              <a:ext uri="{FF2B5EF4-FFF2-40B4-BE49-F238E27FC236}">
                <a16:creationId xmlns:a16="http://schemas.microsoft.com/office/drawing/2014/main" id="{B527309D-50AA-E90C-C8D5-6BDDE93864AE}"/>
              </a:ext>
            </a:extLst>
          </p:cNvPr>
          <p:cNvSpPr txBox="1"/>
          <p:nvPr/>
        </p:nvSpPr>
        <p:spPr>
          <a:xfrm>
            <a:off x="8499895" y="2402744"/>
            <a:ext cx="4126877" cy="338554"/>
          </a:xfrm>
          <a:prstGeom prst="rect">
            <a:avLst/>
          </a:prstGeom>
          <a:noFill/>
        </p:spPr>
        <p:txBody>
          <a:bodyPr wrap="square" rtlCol="0">
            <a:spAutoFit/>
          </a:bodyPr>
          <a:lstStyle/>
          <a:p>
            <a:pPr algn="ctr"/>
            <a:r>
              <a:rPr lang="en-US" sz="1600" dirty="0">
                <a:solidFill>
                  <a:srgbClr val="FFC000"/>
                </a:solidFill>
                <a:latin typeface="Arial" panose="020B0604020202020204" pitchFamily="34" charset="0"/>
                <a:cs typeface="Arial" panose="020B0604020202020204" pitchFamily="34" charset="0"/>
              </a:rPr>
              <a:t>All the updates are available here</a:t>
            </a:r>
          </a:p>
        </p:txBody>
      </p:sp>
      <p:sp>
        <p:nvSpPr>
          <p:cNvPr id="5" name="Arrow: Left 4">
            <a:extLst>
              <a:ext uri="{FF2B5EF4-FFF2-40B4-BE49-F238E27FC236}">
                <a16:creationId xmlns:a16="http://schemas.microsoft.com/office/drawing/2014/main" id="{517AD3BA-2DFD-791A-62B7-1550B0919FB2}"/>
              </a:ext>
            </a:extLst>
          </p:cNvPr>
          <p:cNvSpPr/>
          <p:nvPr/>
        </p:nvSpPr>
        <p:spPr>
          <a:xfrm>
            <a:off x="9847820" y="2832073"/>
            <a:ext cx="1300480" cy="31496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7132621E-8FB3-44CD-F62C-721860828B65}"/>
              </a:ext>
            </a:extLst>
          </p:cNvPr>
          <p:cNvSpPr txBox="1"/>
          <p:nvPr/>
        </p:nvSpPr>
        <p:spPr>
          <a:xfrm>
            <a:off x="2881222" y="86265"/>
            <a:ext cx="5072332" cy="584775"/>
          </a:xfrm>
          <a:prstGeom prst="rect">
            <a:avLst/>
          </a:prstGeom>
          <a:noFill/>
        </p:spPr>
        <p:txBody>
          <a:bodyPr wrap="square" rtlCol="0">
            <a:spAutoFit/>
          </a:bodyPr>
          <a:lstStyle/>
          <a:p>
            <a:pPr algn="ctr"/>
            <a:r>
              <a:rPr lang="en-IN" sz="3200" dirty="0">
                <a:solidFill>
                  <a:schemeClr val="bg1"/>
                </a:solidFill>
                <a:latin typeface="Arial" panose="020B0604020202020204" pitchFamily="34" charset="0"/>
                <a:cs typeface="Arial" panose="020B0604020202020204" pitchFamily="34" charset="0"/>
              </a:rPr>
              <a:t>ADMIN REPORTS</a:t>
            </a:r>
          </a:p>
        </p:txBody>
      </p:sp>
    </p:spTree>
    <p:extLst>
      <p:ext uri="{BB962C8B-B14F-4D97-AF65-F5344CB8AC3E}">
        <p14:creationId xmlns:p14="http://schemas.microsoft.com/office/powerpoint/2010/main" val="257105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68F74E-DA9E-F69F-52FB-8FAB06141E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14895" y="967232"/>
            <a:ext cx="9278285" cy="5035885"/>
          </a:xfrm>
          <a:prstGeom prst="rect">
            <a:avLst/>
          </a:prstGeom>
        </p:spPr>
      </p:pic>
      <p:sp>
        <p:nvSpPr>
          <p:cNvPr id="6" name="TextBox 5">
            <a:extLst>
              <a:ext uri="{FF2B5EF4-FFF2-40B4-BE49-F238E27FC236}">
                <a16:creationId xmlns:a16="http://schemas.microsoft.com/office/drawing/2014/main" id="{FB86AD9F-9C1A-F0AA-A770-87BC0DAE9A4D}"/>
              </a:ext>
            </a:extLst>
          </p:cNvPr>
          <p:cNvSpPr txBox="1"/>
          <p:nvPr/>
        </p:nvSpPr>
        <p:spPr>
          <a:xfrm>
            <a:off x="-60002" y="2459832"/>
            <a:ext cx="3119120" cy="646331"/>
          </a:xfrm>
          <a:prstGeom prst="rect">
            <a:avLst/>
          </a:prstGeom>
          <a:noFill/>
        </p:spPr>
        <p:txBody>
          <a:bodyPr wrap="square" rtlCol="0">
            <a:spAutoFit/>
          </a:bodyPr>
          <a:lstStyle/>
          <a:p>
            <a:pPr algn="ctr"/>
            <a:r>
              <a:rPr lang="en-IN" dirty="0">
                <a:solidFill>
                  <a:srgbClr val="FFC000"/>
                </a:solidFill>
                <a:latin typeface="Arial" panose="020B0604020202020204" pitchFamily="34" charset="0"/>
                <a:cs typeface="Arial" panose="020B0604020202020204" pitchFamily="34" charset="0"/>
              </a:rPr>
              <a:t>Most Top 10 aspects are available here </a:t>
            </a:r>
          </a:p>
        </p:txBody>
      </p:sp>
      <p:sp>
        <p:nvSpPr>
          <p:cNvPr id="7" name="Arrow: Right 6">
            <a:extLst>
              <a:ext uri="{FF2B5EF4-FFF2-40B4-BE49-F238E27FC236}">
                <a16:creationId xmlns:a16="http://schemas.microsoft.com/office/drawing/2014/main" id="{5F110A4B-9AEF-118B-2D98-81A8A9F99294}"/>
              </a:ext>
            </a:extLst>
          </p:cNvPr>
          <p:cNvSpPr/>
          <p:nvPr/>
        </p:nvSpPr>
        <p:spPr>
          <a:xfrm>
            <a:off x="864558" y="3087509"/>
            <a:ext cx="1270000" cy="33528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56F16FB9-FEE5-0CCF-8AF1-7168B3DCF3A2}"/>
              </a:ext>
            </a:extLst>
          </p:cNvPr>
          <p:cNvSpPr txBox="1"/>
          <p:nvPr/>
        </p:nvSpPr>
        <p:spPr>
          <a:xfrm>
            <a:off x="2495909" y="101594"/>
            <a:ext cx="6096000" cy="584775"/>
          </a:xfrm>
          <a:prstGeom prst="rect">
            <a:avLst/>
          </a:prstGeom>
          <a:noFill/>
        </p:spPr>
        <p:txBody>
          <a:bodyPr wrap="square">
            <a:spAutoFit/>
          </a:bodyPr>
          <a:lstStyle/>
          <a:p>
            <a:pPr algn="ctr"/>
            <a:r>
              <a:rPr lang="en-IN" sz="3200" dirty="0">
                <a:solidFill>
                  <a:schemeClr val="bg1"/>
                </a:solidFill>
                <a:latin typeface="Arial" panose="020B0604020202020204" pitchFamily="34" charset="0"/>
                <a:cs typeface="Arial" panose="020B0604020202020204" pitchFamily="34" charset="0"/>
              </a:rPr>
              <a:t>ADMIN REPORTS</a:t>
            </a:r>
          </a:p>
        </p:txBody>
      </p:sp>
    </p:spTree>
    <p:extLst>
      <p:ext uri="{BB962C8B-B14F-4D97-AF65-F5344CB8AC3E}">
        <p14:creationId xmlns:p14="http://schemas.microsoft.com/office/powerpoint/2010/main" val="2589641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C9D7-AE8F-B333-DA00-AF17911F78BA}"/>
              </a:ext>
            </a:extLst>
          </p:cNvPr>
          <p:cNvSpPr>
            <a:spLocks noGrp="1"/>
          </p:cNvSpPr>
          <p:nvPr>
            <p:ph type="title"/>
          </p:nvPr>
        </p:nvSpPr>
        <p:spPr>
          <a:xfrm>
            <a:off x="890954" y="0"/>
            <a:ext cx="9172370" cy="1069849"/>
          </a:xfrm>
        </p:spPr>
        <p:txBody>
          <a:bodyPr/>
          <a:lstStyle/>
          <a:p>
            <a:r>
              <a:rPr lang="en-IN" dirty="0">
                <a:latin typeface="Arial" panose="020B0604020202020204" pitchFamily="34" charset="0"/>
                <a:cs typeface="Arial" panose="020B0604020202020204" pitchFamily="34" charset="0"/>
              </a:rPr>
              <a:t>Technical Architecture</a:t>
            </a:r>
          </a:p>
        </p:txBody>
      </p:sp>
      <p:sp>
        <p:nvSpPr>
          <p:cNvPr id="3" name="Content Placeholder 2">
            <a:extLst>
              <a:ext uri="{FF2B5EF4-FFF2-40B4-BE49-F238E27FC236}">
                <a16:creationId xmlns:a16="http://schemas.microsoft.com/office/drawing/2014/main" id="{4CE44212-340D-8F1A-C292-7AA9E6EF2C2E}"/>
              </a:ext>
            </a:extLst>
          </p:cNvPr>
          <p:cNvSpPr>
            <a:spLocks noGrp="1"/>
          </p:cNvSpPr>
          <p:nvPr>
            <p:ph idx="1"/>
          </p:nvPr>
        </p:nvSpPr>
        <p:spPr>
          <a:xfrm>
            <a:off x="890954" y="1069849"/>
            <a:ext cx="10714892" cy="5495544"/>
          </a:xfrm>
        </p:spPr>
        <p:txBody>
          <a:bodyPr/>
          <a:lstStyle/>
          <a:p>
            <a:r>
              <a:rPr lang="en-IN" dirty="0">
                <a:latin typeface="Arial" panose="020B0604020202020204" pitchFamily="34" charset="0"/>
                <a:cs typeface="Arial" panose="020B0604020202020204" pitchFamily="34" charset="0"/>
              </a:rPr>
              <a:t>Technology Stack</a:t>
            </a:r>
          </a:p>
          <a:p>
            <a:r>
              <a:rPr lang="en-IN" sz="2500" b="1" dirty="0">
                <a:latin typeface="Arial" panose="020B0604020202020204" pitchFamily="34" charset="0"/>
                <a:cs typeface="Arial" panose="020B0604020202020204" pitchFamily="34" charset="0"/>
              </a:rPr>
              <a:t> Backend</a:t>
            </a:r>
            <a:r>
              <a:rPr lang="en-IN" dirty="0">
                <a:latin typeface="Arial" panose="020B0604020202020204" pitchFamily="34" charset="0"/>
                <a:cs typeface="Arial" panose="020B0604020202020204" pitchFamily="34" charset="0"/>
              </a:rPr>
              <a:t>: Flask/Python </a:t>
            </a:r>
          </a:p>
          <a:p>
            <a:r>
              <a:rPr lang="en-IN" sz="2500" b="1" dirty="0">
                <a:latin typeface="Arial" panose="020B0604020202020204" pitchFamily="34" charset="0"/>
                <a:cs typeface="Arial" panose="020B0604020202020204" pitchFamily="34" charset="0"/>
              </a:rPr>
              <a:t>NLP Libraries</a:t>
            </a:r>
            <a:r>
              <a:rPr lang="en-IN" dirty="0">
                <a:latin typeface="Arial" panose="020B0604020202020204" pitchFamily="34" charset="0"/>
                <a:cs typeface="Arial" panose="020B0604020202020204" pitchFamily="34" charset="0"/>
              </a:rPr>
              <a:t>: NLTK, </a:t>
            </a:r>
            <a:r>
              <a:rPr lang="en-IN" dirty="0" err="1">
                <a:latin typeface="Arial" panose="020B0604020202020204" pitchFamily="34" charset="0"/>
                <a:cs typeface="Arial" panose="020B0604020202020204" pitchFamily="34" charset="0"/>
              </a:rPr>
              <a:t>spaCy</a:t>
            </a:r>
            <a:r>
              <a:rPr lang="en-IN" dirty="0">
                <a:latin typeface="Arial" panose="020B0604020202020204" pitchFamily="34" charset="0"/>
                <a:cs typeface="Arial" panose="020B0604020202020204" pitchFamily="34" charset="0"/>
              </a:rPr>
              <a:t>, Hugging Face Transformers</a:t>
            </a: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Data Processing</a:t>
            </a:r>
            <a:r>
              <a:rPr lang="en-IN" dirty="0">
                <a:latin typeface="Arial" panose="020B0604020202020204" pitchFamily="34" charset="0"/>
                <a:cs typeface="Arial" panose="020B0604020202020204" pitchFamily="34" charset="0"/>
              </a:rPr>
              <a:t>: Pandas </a:t>
            </a:r>
          </a:p>
          <a:p>
            <a:r>
              <a:rPr lang="en-IN" sz="2500" b="1" dirty="0">
                <a:latin typeface="Arial" panose="020B0604020202020204" pitchFamily="34" charset="0"/>
                <a:cs typeface="Arial" panose="020B0604020202020204" pitchFamily="34" charset="0"/>
              </a:rPr>
              <a:t>Visualization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Streamlit</a:t>
            </a:r>
            <a:r>
              <a:rPr lang="en-IN" dirty="0">
                <a:latin typeface="Arial" panose="020B0604020202020204" pitchFamily="34" charset="0"/>
                <a:cs typeface="Arial" panose="020B0604020202020204" pitchFamily="34" charset="0"/>
              </a:rPr>
              <a:t>, Dash, </a:t>
            </a:r>
            <a:r>
              <a:rPr lang="en-IN" dirty="0" err="1">
                <a:latin typeface="Arial" panose="020B0604020202020204" pitchFamily="34" charset="0"/>
                <a:cs typeface="Arial" panose="020B0604020202020204" pitchFamily="34" charset="0"/>
              </a:rPr>
              <a:t>Plotly</a:t>
            </a:r>
            <a:r>
              <a:rPr lang="en-IN" dirty="0">
                <a:latin typeface="Arial" panose="020B0604020202020204" pitchFamily="34" charset="0"/>
                <a:cs typeface="Arial" panose="020B0604020202020204" pitchFamily="34" charset="0"/>
              </a:rPr>
              <a:t> </a:t>
            </a:r>
          </a:p>
          <a:p>
            <a:r>
              <a:rPr lang="en-IN" sz="2500" b="1" dirty="0">
                <a:latin typeface="Arial" panose="020B0604020202020204" pitchFamily="34" charset="0"/>
                <a:cs typeface="Arial" panose="020B0604020202020204" pitchFamily="34" charset="0"/>
              </a:rPr>
              <a:t>Database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SQLAlchemy</a:t>
            </a:r>
            <a:endParaRPr lang="en-IN" dirty="0">
              <a:latin typeface="Arial" panose="020B0604020202020204" pitchFamily="34" charset="0"/>
              <a:cs typeface="Arial" panose="020B0604020202020204" pitchFamily="34" charset="0"/>
            </a:endParaRP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Security</a:t>
            </a:r>
            <a:r>
              <a:rPr lang="en-IN" dirty="0">
                <a:latin typeface="Arial" panose="020B0604020202020204" pitchFamily="34" charset="0"/>
                <a:cs typeface="Arial" panose="020B0604020202020204" pitchFamily="34" charset="0"/>
              </a:rPr>
              <a:t>: JWT Authentication</a:t>
            </a: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Deployment</a:t>
            </a:r>
            <a:r>
              <a:rPr lang="en-IN" sz="2500"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Docker, Cloud Platforms</a:t>
            </a:r>
          </a:p>
        </p:txBody>
      </p:sp>
    </p:spTree>
    <p:extLst>
      <p:ext uri="{BB962C8B-B14F-4D97-AF65-F5344CB8AC3E}">
        <p14:creationId xmlns:p14="http://schemas.microsoft.com/office/powerpoint/2010/main" val="2547308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9631-DE35-7390-9351-CAD84208F942}"/>
              </a:ext>
            </a:extLst>
          </p:cNvPr>
          <p:cNvSpPr>
            <a:spLocks noGrp="1"/>
          </p:cNvSpPr>
          <p:nvPr>
            <p:ph type="title"/>
          </p:nvPr>
        </p:nvSpPr>
        <p:spPr>
          <a:xfrm>
            <a:off x="609600" y="292606"/>
            <a:ext cx="10485120" cy="1069849"/>
          </a:xfrm>
        </p:spPr>
        <p:txBody>
          <a:bodyPr/>
          <a:lstStyle/>
          <a:p>
            <a:r>
              <a:rPr lang="en-IN" sz="3300" dirty="0">
                <a:latin typeface="Arial" panose="020B0604020202020204" pitchFamily="34" charset="0"/>
                <a:cs typeface="Arial" panose="020B0604020202020204" pitchFamily="34" charset="0"/>
              </a:rPr>
              <a:t>Business Impact &amp; Applications</a:t>
            </a:r>
          </a:p>
        </p:txBody>
      </p:sp>
      <p:sp>
        <p:nvSpPr>
          <p:cNvPr id="3" name="Content Placeholder 2">
            <a:extLst>
              <a:ext uri="{FF2B5EF4-FFF2-40B4-BE49-F238E27FC236}">
                <a16:creationId xmlns:a16="http://schemas.microsoft.com/office/drawing/2014/main" id="{08E21AA3-B13F-86EA-A286-27F2956AABAB}"/>
              </a:ext>
            </a:extLst>
          </p:cNvPr>
          <p:cNvSpPr>
            <a:spLocks noGrp="1"/>
          </p:cNvSpPr>
          <p:nvPr>
            <p:ph idx="1"/>
          </p:nvPr>
        </p:nvSpPr>
        <p:spPr>
          <a:xfrm>
            <a:off x="1536191" y="1362455"/>
            <a:ext cx="9647623" cy="4827329"/>
          </a:xfrm>
        </p:spPr>
        <p:txBody>
          <a:bodyPr/>
          <a:lstStyle/>
          <a:p>
            <a:r>
              <a:rPr lang="en-IN" dirty="0">
                <a:latin typeface="Arial" panose="020B0604020202020204" pitchFamily="34" charset="0"/>
                <a:cs typeface="Arial" panose="020B0604020202020204" pitchFamily="34" charset="0"/>
              </a:rPr>
              <a:t> </a:t>
            </a:r>
            <a:r>
              <a:rPr lang="en-IN" sz="3200" b="1" dirty="0">
                <a:latin typeface="Arial" panose="020B0604020202020204" pitchFamily="34" charset="0"/>
                <a:cs typeface="Arial" panose="020B0604020202020204" pitchFamily="34" charset="0"/>
              </a:rPr>
              <a:t>Target Industries</a:t>
            </a:r>
          </a:p>
          <a:p>
            <a:r>
              <a:rPr lang="en-IN" dirty="0">
                <a:latin typeface="Arial" panose="020B0604020202020204" pitchFamily="34" charset="0"/>
                <a:cs typeface="Arial" panose="020B0604020202020204" pitchFamily="34" charset="0"/>
              </a:rPr>
              <a:t> Consumer Electronics</a:t>
            </a:r>
          </a:p>
          <a:p>
            <a:r>
              <a:rPr lang="en-IN" dirty="0">
                <a:latin typeface="Arial" panose="020B0604020202020204" pitchFamily="34" charset="0"/>
                <a:cs typeface="Arial" panose="020B0604020202020204" pitchFamily="34" charset="0"/>
              </a:rPr>
              <a:t> Hospitality &amp; Tourism</a:t>
            </a:r>
          </a:p>
          <a:p>
            <a:r>
              <a:rPr lang="en-IN" dirty="0">
                <a:latin typeface="Arial" panose="020B0604020202020204" pitchFamily="34" charset="0"/>
                <a:cs typeface="Arial" panose="020B0604020202020204" pitchFamily="34" charset="0"/>
              </a:rPr>
              <a:t> E-commerce &amp; Retail</a:t>
            </a:r>
          </a:p>
          <a:p>
            <a:r>
              <a:rPr lang="en-IN" dirty="0">
                <a:latin typeface="Arial" panose="020B0604020202020204" pitchFamily="34" charset="0"/>
                <a:cs typeface="Arial" panose="020B0604020202020204" pitchFamily="34" charset="0"/>
              </a:rPr>
              <a:t> Entertainment &amp; Media</a:t>
            </a:r>
          </a:p>
          <a:p>
            <a:r>
              <a:rPr lang="en-IN" dirty="0">
                <a:latin typeface="Arial" panose="020B0604020202020204" pitchFamily="34" charset="0"/>
                <a:cs typeface="Arial" panose="020B0604020202020204" pitchFamily="34" charset="0"/>
              </a:rPr>
              <a:t> Healthcare Services</a:t>
            </a:r>
          </a:p>
          <a:p>
            <a:r>
              <a:rPr lang="en-IN" dirty="0">
                <a:latin typeface="Arial" panose="020B0604020202020204" pitchFamily="34" charset="0"/>
                <a:cs typeface="Arial" panose="020B0604020202020204" pitchFamily="34" charset="0"/>
              </a:rPr>
              <a:t> Financial Services</a:t>
            </a:r>
          </a:p>
        </p:txBody>
      </p:sp>
    </p:spTree>
    <p:extLst>
      <p:ext uri="{BB962C8B-B14F-4D97-AF65-F5344CB8AC3E}">
        <p14:creationId xmlns:p14="http://schemas.microsoft.com/office/powerpoint/2010/main" val="1154182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D08A-F361-2EF0-0E9E-8DBE675C62FA}"/>
              </a:ext>
            </a:extLst>
          </p:cNvPr>
          <p:cNvSpPr>
            <a:spLocks noGrp="1"/>
          </p:cNvSpPr>
          <p:nvPr>
            <p:ph type="title"/>
          </p:nvPr>
        </p:nvSpPr>
        <p:spPr>
          <a:xfrm>
            <a:off x="1301731" y="292607"/>
            <a:ext cx="7771931" cy="1161056"/>
          </a:xfrm>
        </p:spPr>
        <p:txBody>
          <a:bodyPr/>
          <a:lstStyle/>
          <a:p>
            <a:r>
              <a:rPr lang="en-US" dirty="0">
                <a:latin typeface="Arial" panose="020B0604020202020204" pitchFamily="34" charset="0"/>
                <a:cs typeface="Arial" panose="020B0604020202020204" pitchFamily="34" charset="0"/>
              </a:rPr>
              <a:t>Use Cases </a:t>
            </a:r>
            <a:br>
              <a:rPr lang="en-US" dirty="0"/>
            </a:br>
            <a:endParaRPr lang="en-IN" dirty="0"/>
          </a:p>
        </p:txBody>
      </p:sp>
      <p:sp>
        <p:nvSpPr>
          <p:cNvPr id="3" name="Content Placeholder 2">
            <a:extLst>
              <a:ext uri="{FF2B5EF4-FFF2-40B4-BE49-F238E27FC236}">
                <a16:creationId xmlns:a16="http://schemas.microsoft.com/office/drawing/2014/main" id="{BCDE54CD-E28F-EAA4-6B05-F4A2217534CB}"/>
              </a:ext>
            </a:extLst>
          </p:cNvPr>
          <p:cNvSpPr>
            <a:spLocks noGrp="1"/>
          </p:cNvSpPr>
          <p:nvPr>
            <p:ph idx="1"/>
          </p:nvPr>
        </p:nvSpPr>
        <p:spPr>
          <a:xfrm>
            <a:off x="1301731" y="1172309"/>
            <a:ext cx="9624177" cy="5134706"/>
          </a:xfrm>
        </p:spPr>
        <p:txBody>
          <a:bodyPr/>
          <a:lstStyle/>
          <a:p>
            <a:r>
              <a:rPr lang="en-US" sz="2500" b="1" dirty="0">
                <a:latin typeface="Arial" panose="020B0604020202020204" pitchFamily="34" charset="0"/>
                <a:cs typeface="Arial" panose="020B0604020202020204" pitchFamily="34" charset="0"/>
              </a:rPr>
              <a:t>Product Development</a:t>
            </a:r>
            <a:r>
              <a:rPr lang="en-US" sz="2500" dirty="0">
                <a:latin typeface="Arial" panose="020B0604020202020204" pitchFamily="34" charset="0"/>
                <a:cs typeface="Arial" panose="020B0604020202020204" pitchFamily="34" charset="0"/>
              </a:rPr>
              <a:t>: Identify features customers love or dislike</a:t>
            </a:r>
          </a:p>
          <a:p>
            <a:r>
              <a:rPr lang="en-US" sz="2500" b="1" dirty="0">
                <a:latin typeface="Arial" panose="020B0604020202020204" pitchFamily="34" charset="0"/>
                <a:cs typeface="Arial" panose="020B0604020202020204" pitchFamily="34" charset="0"/>
              </a:rPr>
              <a:t>Service Improvement</a:t>
            </a:r>
            <a:r>
              <a:rPr lang="en-US" sz="2500" dirty="0">
                <a:latin typeface="Arial" panose="020B0604020202020204" pitchFamily="34" charset="0"/>
                <a:cs typeface="Arial" panose="020B0604020202020204" pitchFamily="34" charset="0"/>
              </a:rPr>
              <a:t>: Understand service quality pain points</a:t>
            </a:r>
          </a:p>
          <a:p>
            <a:r>
              <a:rPr lang="en-US" sz="2500" b="1" dirty="0">
                <a:latin typeface="Arial" panose="020B0604020202020204" pitchFamily="34" charset="0"/>
                <a:cs typeface="Arial" panose="020B0604020202020204" pitchFamily="34" charset="0"/>
              </a:rPr>
              <a:t>Marketing Strategy</a:t>
            </a:r>
            <a:r>
              <a:rPr lang="en-US" sz="2500" dirty="0">
                <a:latin typeface="Arial" panose="020B0604020202020204" pitchFamily="34" charset="0"/>
                <a:cs typeface="Arial" panose="020B0604020202020204" pitchFamily="34" charset="0"/>
              </a:rPr>
              <a:t>: Focus campaigns on positive aspects </a:t>
            </a:r>
          </a:p>
          <a:p>
            <a:r>
              <a:rPr lang="en-US" sz="2500" b="1" dirty="0">
                <a:latin typeface="Arial" panose="020B0604020202020204" pitchFamily="34" charset="0"/>
                <a:cs typeface="Arial" panose="020B0604020202020204" pitchFamily="34" charset="0"/>
              </a:rPr>
              <a:t>Quality Assurance</a:t>
            </a:r>
            <a:r>
              <a:rPr lang="en-US" sz="2500" dirty="0">
                <a:latin typeface="Arial" panose="020B0604020202020204" pitchFamily="34" charset="0"/>
                <a:cs typeface="Arial" panose="020B0604020202020204" pitchFamily="34" charset="0"/>
              </a:rPr>
              <a:t>: Monitor product/service quality trends</a:t>
            </a:r>
          </a:p>
          <a:p>
            <a:r>
              <a:rPr lang="en-US" sz="2500" b="1" dirty="0">
                <a:latin typeface="Arial" panose="020B0604020202020204" pitchFamily="34" charset="0"/>
                <a:cs typeface="Arial" panose="020B0604020202020204" pitchFamily="34" charset="0"/>
              </a:rPr>
              <a:t>Competitive Analysis: </a:t>
            </a:r>
            <a:r>
              <a:rPr lang="en-US" sz="2500" dirty="0">
                <a:latin typeface="Arial" panose="020B0604020202020204" pitchFamily="34" charset="0"/>
                <a:cs typeface="Arial" panose="020B0604020202020204" pitchFamily="34" charset="0"/>
              </a:rPr>
              <a:t>Compare sentiment across different offerings </a:t>
            </a:r>
            <a:endParaRPr lang="en-IN" sz="2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822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99F8-E0E4-C641-96E5-6D8CF0CC5034}"/>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0ECB39BB-5B2A-C4D4-E35D-F5A0B2E5A460}"/>
              </a:ext>
            </a:extLst>
          </p:cNvPr>
          <p:cNvSpPr>
            <a:spLocks noGrp="1"/>
          </p:cNvSpPr>
          <p:nvPr>
            <p:ph idx="1"/>
          </p:nvPr>
        </p:nvSpPr>
        <p:spPr>
          <a:xfrm>
            <a:off x="1536192" y="2212848"/>
            <a:ext cx="10280670" cy="3282697"/>
          </a:xfrm>
        </p:spPr>
        <p:txBody>
          <a:bodyPr/>
          <a:lstStyle/>
          <a:p>
            <a:pPr marL="338" indent="0">
              <a:buNone/>
            </a:pPr>
            <a:r>
              <a:rPr lang="en-US" dirty="0"/>
              <a:t> </a:t>
            </a:r>
            <a:r>
              <a:rPr lang="en-US" dirty="0">
                <a:latin typeface="Arial" panose="020B0604020202020204" pitchFamily="34" charset="0"/>
                <a:cs typeface="Arial" panose="020B0604020202020204" pitchFamily="34" charset="0"/>
              </a:rPr>
              <a:t>The Customer Review Insight AI project represents a comprehensive solution for businesses seeking to extract actionable insights from customer feedback. By combining advanced NLP techniques with user-friendly interfaces and powerful visualization tools, this system transforms the way organizations understand and respond to customer sentiment.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72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943-334C-D489-E131-579271FAE081}"/>
              </a:ext>
            </a:extLst>
          </p:cNvPr>
          <p:cNvSpPr>
            <a:spLocks noGrp="1"/>
          </p:cNvSpPr>
          <p:nvPr>
            <p:ph type="title"/>
          </p:nvPr>
        </p:nvSpPr>
        <p:spPr>
          <a:xfrm>
            <a:off x="1398680" y="1946031"/>
            <a:ext cx="8878824" cy="1971001"/>
          </a:xfrm>
        </p:spPr>
        <p:txBody>
          <a:bodyPr/>
          <a:lstStyle/>
          <a:p>
            <a:pPr algn="ctr"/>
            <a:r>
              <a:rPr lang="en-IN" sz="4400" dirty="0">
                <a:latin typeface="Arial" panose="020B0604020202020204" pitchFamily="34" charset="0"/>
                <a:cs typeface="Arial" panose="020B0604020202020204" pitchFamily="34" charset="0"/>
              </a:rPr>
              <a:t>THANK-YOU </a:t>
            </a:r>
            <a:br>
              <a:rPr lang="en-IN" dirty="0"/>
            </a:br>
            <a:endParaRPr lang="en-IN" dirty="0"/>
          </a:p>
        </p:txBody>
      </p:sp>
      <p:pic>
        <p:nvPicPr>
          <p:cNvPr id="4" name="Picture 3">
            <a:extLst>
              <a:ext uri="{FF2B5EF4-FFF2-40B4-BE49-F238E27FC236}">
                <a16:creationId xmlns:a16="http://schemas.microsoft.com/office/drawing/2014/main" id="{02C3D8F6-1D78-5ED7-3EFB-B5B1DF36F26A}"/>
              </a:ext>
            </a:extLst>
          </p:cNvPr>
          <p:cNvPicPr>
            <a:picLocks noChangeAspect="1"/>
          </p:cNvPicPr>
          <p:nvPr/>
        </p:nvPicPr>
        <p:blipFill>
          <a:blip r:embed="rId2"/>
          <a:stretch>
            <a:fillRect/>
          </a:stretch>
        </p:blipFill>
        <p:spPr>
          <a:xfrm>
            <a:off x="7822528" y="2461846"/>
            <a:ext cx="1438703" cy="1166485"/>
          </a:xfrm>
          <a:prstGeom prst="rect">
            <a:avLst/>
          </a:prstGeom>
        </p:spPr>
      </p:pic>
      <p:sp>
        <p:nvSpPr>
          <p:cNvPr id="3" name="TextBox 2">
            <a:extLst>
              <a:ext uri="{FF2B5EF4-FFF2-40B4-BE49-F238E27FC236}">
                <a16:creationId xmlns:a16="http://schemas.microsoft.com/office/drawing/2014/main" id="{69F31C10-6454-FB62-254E-473656C11CDB}"/>
              </a:ext>
            </a:extLst>
          </p:cNvPr>
          <p:cNvSpPr txBox="1"/>
          <p:nvPr/>
        </p:nvSpPr>
        <p:spPr>
          <a:xfrm>
            <a:off x="3490823" y="3429000"/>
            <a:ext cx="4842294" cy="400110"/>
          </a:xfrm>
          <a:prstGeom prst="rect">
            <a:avLst/>
          </a:prstGeom>
          <a:noFill/>
        </p:spPr>
        <p:txBody>
          <a:bodyPr wrap="square" rtlCol="0">
            <a:spAutoFit/>
          </a:bodyPr>
          <a:lstStyle/>
          <a:p>
            <a:pPr algn="ctr"/>
            <a:r>
              <a:rPr lang="en-US" sz="2000" b="1" dirty="0">
                <a:solidFill>
                  <a:schemeClr val="bg1"/>
                </a:solidFill>
                <a:latin typeface="Arial" panose="020B0604020202020204" pitchFamily="34" charset="0"/>
                <a:cs typeface="Arial" panose="020B0604020202020204" pitchFamily="34" charset="0"/>
              </a:rPr>
              <a:t>ANY QUESTIONS?</a:t>
            </a:r>
            <a:endParaRPr lang="en-IN"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2466775"/>
      </p:ext>
    </p:extLst>
  </p:cSld>
  <p:clrMapOvr>
    <a:masterClrMapping/>
  </p:clrMapOvr>
</p:sld>
</file>

<file path=ppt/theme/theme1.xml><?xml version="1.0" encoding="utf-8"?>
<a:theme xmlns:a="http://schemas.openxmlformats.org/drawingml/2006/main" name="Infosys_Milestone-3[1]">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Infosys_Milestone-3[1]</Template>
  <TotalTime>482</TotalTime>
  <Words>797</Words>
  <Application>Microsoft Office PowerPoint</Application>
  <PresentationFormat>Widescreen</PresentationFormat>
  <Paragraphs>110</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Courier New</vt:lpstr>
      <vt:lpstr>Segoe UI Light</vt:lpstr>
      <vt:lpstr>Tw Cen MT</vt:lpstr>
      <vt:lpstr>Wingdings</vt:lpstr>
      <vt:lpstr>Infosys_Milestone-3[1]</vt:lpstr>
      <vt:lpstr>Customer review insight ai</vt:lpstr>
      <vt:lpstr> Team members:-</vt:lpstr>
      <vt:lpstr>PROJECT OVERVIEW</vt:lpstr>
      <vt:lpstr> Key Outcomes &amp; Benefits</vt:lpstr>
      <vt:lpstr>Implementation timeline</vt:lpstr>
      <vt:lpstr>Core Modules &amp; Features</vt:lpstr>
      <vt:lpstr>PowerPoint Presentation</vt:lpstr>
      <vt:lpstr>PowerPoint Presentation</vt:lpstr>
      <vt:lpstr>PowerPoint Presentation</vt:lpstr>
      <vt:lpstr>User insight page</vt:lpstr>
      <vt:lpstr>User insight page</vt:lpstr>
      <vt:lpstr>PowerPoint Presentation</vt:lpstr>
      <vt:lpstr>PowerPoint Presentation</vt:lpstr>
      <vt:lpstr>PowerPoint Presentation</vt:lpstr>
      <vt:lpstr>PowerPoint Presentation</vt:lpstr>
      <vt:lpstr>Technical Architecture</vt:lpstr>
      <vt:lpstr>Business Impact &amp; Applications</vt:lpstr>
      <vt:lpstr>Use Cases  </vt:lpstr>
      <vt:lpstr>Conclusion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pardeshi</dc:creator>
  <cp:lastModifiedBy>Siddartha Kandadi</cp:lastModifiedBy>
  <cp:revision>14</cp:revision>
  <dcterms:created xsi:type="dcterms:W3CDTF">2025-09-29T18:00:40Z</dcterms:created>
  <dcterms:modified xsi:type="dcterms:W3CDTF">2025-10-09T18:16:40Z</dcterms:modified>
</cp:coreProperties>
</file>